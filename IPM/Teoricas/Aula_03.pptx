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F4B7A-C2B9-4FFA-A485-94556520C0F2}" v="59" dt="2026-09-21T21:47:55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Figueira" userId="98feb3955df52786" providerId="LiveId" clId="{F14CD04E-B827-431A-AAB8-41DC81BA65B1}"/>
    <pc:docChg chg="undo custSel modSld">
      <pc:chgData name="Alvaro Figueira" userId="98feb3955df52786" providerId="LiveId" clId="{F14CD04E-B827-431A-AAB8-41DC81BA65B1}" dt="2026-09-21T21:47:55.763" v="1182"/>
      <pc:docMkLst>
        <pc:docMk/>
      </pc:docMkLst>
      <pc:sldChg chg="modSp mod">
        <pc:chgData name="Alvaro Figueira" userId="98feb3955df52786" providerId="LiveId" clId="{F14CD04E-B827-431A-AAB8-41DC81BA65B1}" dt="2026-09-16T20:31:53.290" v="65" actId="113"/>
        <pc:sldMkLst>
          <pc:docMk/>
          <pc:sldMk cId="0" sldId="257"/>
        </pc:sldMkLst>
        <pc:spChg chg="mod">
          <ac:chgData name="Alvaro Figueira" userId="98feb3955df52786" providerId="LiveId" clId="{F14CD04E-B827-431A-AAB8-41DC81BA65B1}" dt="2026-09-16T20:31:53.290" v="65" actId="113"/>
          <ac:spMkLst>
            <pc:docMk/>
            <pc:sldMk cId="0" sldId="257"/>
            <ac:spMk id="12" creationId="{00000000-0000-0000-0000-000000000000}"/>
          </ac:spMkLst>
        </pc:spChg>
      </pc:sldChg>
      <pc:sldChg chg="addSp modSp mod modAnim">
        <pc:chgData name="Alvaro Figueira" userId="98feb3955df52786" providerId="LiveId" clId="{F14CD04E-B827-431A-AAB8-41DC81BA65B1}" dt="2026-09-21T21:10:20.032" v="1053" actId="164"/>
        <pc:sldMkLst>
          <pc:docMk/>
          <pc:sldMk cId="0" sldId="258"/>
        </pc:sldMkLst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0:20.032" v="1053" actId="164"/>
          <ac:spMkLst>
            <pc:docMk/>
            <pc:sldMk cId="0" sldId="258"/>
            <ac:spMk id="14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21T21:10:20.032" v="1053" actId="164"/>
          <ac:grpSpMkLst>
            <pc:docMk/>
            <pc:sldMk cId="0" sldId="258"/>
            <ac:grpSpMk id="7" creationId="{3569D649-5B6E-306C-2699-EAFE24D05CFD}"/>
          </ac:grpSpMkLst>
        </pc:grpChg>
        <pc:grpChg chg="add mod ord">
          <ac:chgData name="Alvaro Figueira" userId="98feb3955df52786" providerId="LiveId" clId="{F14CD04E-B827-431A-AAB8-41DC81BA65B1}" dt="2026-09-21T21:10:20.032" v="1053" actId="164"/>
          <ac:grpSpMkLst>
            <pc:docMk/>
            <pc:sldMk cId="0" sldId="258"/>
            <ac:grpSpMk id="18" creationId="{3FE448F3-BAFE-DA41-8426-3C922FD63BDF}"/>
          </ac:grpSpMkLst>
        </pc:grpChg>
        <pc:grpChg chg="add mod">
          <ac:chgData name="Alvaro Figueira" userId="98feb3955df52786" providerId="LiveId" clId="{F14CD04E-B827-431A-AAB8-41DC81BA65B1}" dt="2026-09-21T21:10:20.032" v="1053" actId="164"/>
          <ac:grpSpMkLst>
            <pc:docMk/>
            <pc:sldMk cId="0" sldId="258"/>
            <ac:grpSpMk id="19" creationId="{B64C3F30-6DF1-C254-6D2A-EA1C742513D9}"/>
          </ac:grpSpMkLst>
        </pc:grpChg>
      </pc:sldChg>
      <pc:sldChg chg="addSp modSp mod modAnim">
        <pc:chgData name="Alvaro Figueira" userId="98feb3955df52786" providerId="LiveId" clId="{F14CD04E-B827-431A-AAB8-41DC81BA65B1}" dt="2026-09-21T21:11:40.465" v="1054" actId="207"/>
        <pc:sldMkLst>
          <pc:docMk/>
          <pc:sldMk cId="0" sldId="259"/>
        </pc:sldMkLst>
        <pc:spChg chg="mod">
          <ac:chgData name="Alvaro Figueira" userId="98feb3955df52786" providerId="LiveId" clId="{F14CD04E-B827-431A-AAB8-41DC81BA65B1}" dt="2026-09-16T20:33:37.573" v="80" actId="1035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3:32.767" v="77" actId="10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18.295" v="99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18.295" v="99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18.295" v="99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1:40.465" v="1054" actId="207"/>
          <ac:spMkLst>
            <pc:docMk/>
            <pc:sldMk cId="0" sldId="259"/>
            <ac:spMk id="16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0:35:18.295" v="99" actId="164"/>
          <ac:grpSpMkLst>
            <pc:docMk/>
            <pc:sldMk cId="0" sldId="259"/>
            <ac:grpSpMk id="18" creationId="{690218EA-B979-673E-B59F-8F8500206AD7}"/>
          </ac:grpSpMkLst>
        </pc:grpChg>
        <pc:picChg chg="mod">
          <ac:chgData name="Alvaro Figueira" userId="98feb3955df52786" providerId="LiveId" clId="{F14CD04E-B827-431A-AAB8-41DC81BA65B1}" dt="2026-09-16T20:35:18.295" v="99" actId="164"/>
          <ac:picMkLst>
            <pc:docMk/>
            <pc:sldMk cId="0" sldId="259"/>
            <ac:picMk id="17" creationId="{00000000-0000-0000-0000-000000000000}"/>
          </ac:picMkLst>
        </pc:picChg>
      </pc:sldChg>
      <pc:sldChg chg="addSp modSp mod modAnim">
        <pc:chgData name="Alvaro Figueira" userId="98feb3955df52786" providerId="LiveId" clId="{F14CD04E-B827-431A-AAB8-41DC81BA65B1}" dt="2026-09-21T21:12:56.807" v="1057" actId="207"/>
        <pc:sldMkLst>
          <pc:docMk/>
          <pc:sldMk cId="0" sldId="260"/>
        </pc:sldMkLst>
        <pc:spChg chg="mod">
          <ac:chgData name="Alvaro Figueira" userId="98feb3955df52786" providerId="LiveId" clId="{F14CD04E-B827-431A-AAB8-41DC81BA65B1}" dt="2026-09-21T21:12:56.807" v="1057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38.125" v="101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38.125" v="101" actId="164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38.125" v="101" actId="16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5:38.125" v="101" actId="164"/>
          <ac:spMkLst>
            <pc:docMk/>
            <pc:sldMk cId="0" sldId="260"/>
            <ac:spMk id="17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0:35:38.125" v="101" actId="164"/>
          <ac:grpSpMkLst>
            <pc:docMk/>
            <pc:sldMk cId="0" sldId="260"/>
            <ac:grpSpMk id="8" creationId="{EB6F6055-65DF-9776-2365-E51AAF261C37}"/>
          </ac:grpSpMkLst>
        </pc:grpChg>
        <pc:picChg chg="mod">
          <ac:chgData name="Alvaro Figueira" userId="98feb3955df52786" providerId="LiveId" clId="{F14CD04E-B827-431A-AAB8-41DC81BA65B1}" dt="2026-09-16T20:35:38.125" v="101" actId="164"/>
          <ac:picMkLst>
            <pc:docMk/>
            <pc:sldMk cId="0" sldId="260"/>
            <ac:picMk id="18" creationId="{00000000-0000-0000-0000-000000000000}"/>
          </ac:picMkLst>
        </pc:picChg>
      </pc:sldChg>
      <pc:sldChg chg="addSp modSp mod modAnim">
        <pc:chgData name="Alvaro Figueira" userId="98feb3955df52786" providerId="LiveId" clId="{F14CD04E-B827-431A-AAB8-41DC81BA65B1}" dt="2026-09-21T21:14:30.049" v="1060" actId="20577"/>
        <pc:sldMkLst>
          <pc:docMk/>
          <pc:sldMk cId="0" sldId="261"/>
        </pc:sldMkLst>
        <pc:spChg chg="mod">
          <ac:chgData name="Alvaro Figueira" userId="98feb3955df52786" providerId="LiveId" clId="{F14CD04E-B827-431A-AAB8-41DC81BA65B1}" dt="2026-09-21T21:13:45.040" v="1058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48.755" v="118" actId="164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48.755" v="118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48.755" v="118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4:30.049" v="1060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57.209" v="119" actId="164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57.209" v="119" actId="16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57.209" v="119" actId="16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6:57.209" v="119" actId="164"/>
          <ac:spMkLst>
            <pc:docMk/>
            <pc:sldMk cId="0" sldId="261"/>
            <ac:spMk id="22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0:36:48.755" v="118" actId="164"/>
          <ac:grpSpMkLst>
            <pc:docMk/>
            <pc:sldMk cId="0" sldId="261"/>
            <ac:grpSpMk id="8" creationId="{FD515358-5EA5-425C-247E-00FBFB77E1EC}"/>
          </ac:grpSpMkLst>
        </pc:grpChg>
        <pc:grpChg chg="add mod">
          <ac:chgData name="Alvaro Figueira" userId="98feb3955df52786" providerId="LiveId" clId="{F14CD04E-B827-431A-AAB8-41DC81BA65B1}" dt="2026-09-16T20:36:57.209" v="119" actId="164"/>
          <ac:grpSpMkLst>
            <pc:docMk/>
            <pc:sldMk cId="0" sldId="261"/>
            <ac:grpSpMk id="24" creationId="{CB52CD44-72C2-1D2A-E734-1F686ED4308E}"/>
          </ac:grpSpMkLst>
        </pc:grpChg>
        <pc:picChg chg="mod">
          <ac:chgData name="Alvaro Figueira" userId="98feb3955df52786" providerId="LiveId" clId="{F14CD04E-B827-431A-AAB8-41DC81BA65B1}" dt="2026-09-16T20:36:14.188" v="111" actId="14100"/>
          <ac:picMkLst>
            <pc:docMk/>
            <pc:sldMk cId="0" sldId="261"/>
            <ac:picMk id="13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6:48.755" v="118" actId="164"/>
          <ac:picMkLst>
            <pc:docMk/>
            <pc:sldMk cId="0" sldId="261"/>
            <ac:picMk id="18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6:57.209" v="119" actId="164"/>
          <ac:picMkLst>
            <pc:docMk/>
            <pc:sldMk cId="0" sldId="261"/>
            <ac:picMk id="23" creationId="{00000000-0000-0000-0000-000000000000}"/>
          </ac:picMkLst>
        </pc:picChg>
      </pc:sldChg>
      <pc:sldChg chg="modSp mod">
        <pc:chgData name="Alvaro Figueira" userId="98feb3955df52786" providerId="LiveId" clId="{F14CD04E-B827-431A-AAB8-41DC81BA65B1}" dt="2026-09-16T20:38:59.109" v="133" actId="1036"/>
        <pc:sldMkLst>
          <pc:docMk/>
          <pc:sldMk cId="0" sldId="262"/>
        </pc:sldMkLst>
        <pc:spChg chg="mod">
          <ac:chgData name="Alvaro Figueira" userId="98feb3955df52786" providerId="LiveId" clId="{F14CD04E-B827-431A-AAB8-41DC81BA65B1}" dt="2026-09-16T20:37:48.073" v="122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8:59.109" v="133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38:59.109" v="133" actId="1036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Alvaro Figueira" userId="98feb3955df52786" providerId="LiveId" clId="{F14CD04E-B827-431A-AAB8-41DC81BA65B1}" dt="2026-09-16T20:39:36.416" v="144" actId="14100"/>
        <pc:sldMkLst>
          <pc:docMk/>
          <pc:sldMk cId="0" sldId="263"/>
        </pc:sldMkLst>
        <pc:picChg chg="mod">
          <ac:chgData name="Alvaro Figueira" userId="98feb3955df52786" providerId="LiveId" clId="{F14CD04E-B827-431A-AAB8-41DC81BA65B1}" dt="2026-09-16T20:39:10.695" v="134" actId="14100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9:15.090" v="135" actId="14100"/>
          <ac:picMkLst>
            <pc:docMk/>
            <pc:sldMk cId="0" sldId="263"/>
            <ac:picMk id="12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9:22.982" v="141" actId="14100"/>
          <ac:picMkLst>
            <pc:docMk/>
            <pc:sldMk cId="0" sldId="263"/>
            <ac:picMk id="15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9:31.409" v="143" actId="14100"/>
          <ac:picMkLst>
            <pc:docMk/>
            <pc:sldMk cId="0" sldId="263"/>
            <ac:picMk id="18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39:36.416" v="144" actId="14100"/>
          <ac:picMkLst>
            <pc:docMk/>
            <pc:sldMk cId="0" sldId="263"/>
            <ac:picMk id="21" creationId="{00000000-0000-0000-0000-000000000000}"/>
          </ac:picMkLst>
        </pc:picChg>
      </pc:sldChg>
      <pc:sldChg chg="modSp mod">
        <pc:chgData name="Alvaro Figueira" userId="98feb3955df52786" providerId="LiveId" clId="{F14CD04E-B827-431A-AAB8-41DC81BA65B1}" dt="2026-09-21T21:17:36.832" v="1067" actId="20577"/>
        <pc:sldMkLst>
          <pc:docMk/>
          <pc:sldMk cId="0" sldId="265"/>
        </pc:sldMkLst>
        <pc:spChg chg="mod">
          <ac:chgData name="Alvaro Figueira" userId="98feb3955df52786" providerId="LiveId" clId="{F14CD04E-B827-431A-AAB8-41DC81BA65B1}" dt="2026-09-16T20:40:47.277" v="145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17:36.832" v="1067" actId="20577"/>
          <ac:spMkLst>
            <pc:docMk/>
            <pc:sldMk cId="0" sldId="265"/>
            <ac:spMk id="12" creationId="{00000000-0000-0000-0000-000000000000}"/>
          </ac:spMkLst>
        </pc:spChg>
      </pc:sldChg>
      <pc:sldChg chg="addSp modSp mod">
        <pc:chgData name="Alvaro Figueira" userId="98feb3955df52786" providerId="LiveId" clId="{F14CD04E-B827-431A-AAB8-41DC81BA65B1}" dt="2026-09-16T20:43:34.087" v="470" actId="1076"/>
        <pc:sldMkLst>
          <pc:docMk/>
          <pc:sldMk cId="0" sldId="266"/>
        </pc:sldMkLst>
        <pc:spChg chg="add mod">
          <ac:chgData name="Alvaro Figueira" userId="98feb3955df52786" providerId="LiveId" clId="{F14CD04E-B827-431A-AAB8-41DC81BA65B1}" dt="2026-09-16T20:43:34.087" v="470" actId="1076"/>
          <ac:spMkLst>
            <pc:docMk/>
            <pc:sldMk cId="0" sldId="266"/>
            <ac:spMk id="11" creationId="{2CA04940-2AF0-718B-323A-B9366D427C40}"/>
          </ac:spMkLst>
        </pc:spChg>
        <pc:spChg chg="add mod">
          <ac:chgData name="Alvaro Figueira" userId="98feb3955df52786" providerId="LiveId" clId="{F14CD04E-B827-431A-AAB8-41DC81BA65B1}" dt="2026-09-16T20:42:59.262" v="370" actId="20577"/>
          <ac:spMkLst>
            <pc:docMk/>
            <pc:sldMk cId="0" sldId="266"/>
            <ac:spMk id="13" creationId="{3878ED25-E0EA-155F-928B-159470B6471D}"/>
          </ac:spMkLst>
        </pc:spChg>
        <pc:spChg chg="add mod">
          <ac:chgData name="Alvaro Figueira" userId="98feb3955df52786" providerId="LiveId" clId="{F14CD04E-B827-431A-AAB8-41DC81BA65B1}" dt="2026-09-16T20:43:12.530" v="468" actId="20577"/>
          <ac:spMkLst>
            <pc:docMk/>
            <pc:sldMk cId="0" sldId="266"/>
            <ac:spMk id="15" creationId="{0A2386E1-DCEC-C539-642C-53CF679C7550}"/>
          </ac:spMkLst>
        </pc:spChg>
        <pc:picChg chg="mod">
          <ac:chgData name="Alvaro Figueira" userId="98feb3955df52786" providerId="LiveId" clId="{F14CD04E-B827-431A-AAB8-41DC81BA65B1}" dt="2026-09-16T20:43:29.211" v="469" actId="1076"/>
          <ac:picMkLst>
            <pc:docMk/>
            <pc:sldMk cId="0" sldId="266"/>
            <ac:picMk id="8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42:03.051" v="157" actId="1076"/>
          <ac:picMkLst>
            <pc:docMk/>
            <pc:sldMk cId="0" sldId="266"/>
            <ac:picMk id="9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0:41:48.590" v="153" actId="1076"/>
          <ac:picMkLst>
            <pc:docMk/>
            <pc:sldMk cId="0" sldId="266"/>
            <ac:picMk id="10" creationId="{00000000-0000-0000-0000-000000000000}"/>
          </ac:picMkLst>
        </pc:picChg>
      </pc:sldChg>
      <pc:sldChg chg="modSp mod">
        <pc:chgData name="Alvaro Figueira" userId="98feb3955df52786" providerId="LiveId" clId="{F14CD04E-B827-431A-AAB8-41DC81BA65B1}" dt="2026-09-16T20:43:51.323" v="471" actId="207"/>
        <pc:sldMkLst>
          <pc:docMk/>
          <pc:sldMk cId="0" sldId="267"/>
        </pc:sldMkLst>
        <pc:spChg chg="mod">
          <ac:chgData name="Alvaro Figueira" userId="98feb3955df52786" providerId="LiveId" clId="{F14CD04E-B827-431A-AAB8-41DC81BA65B1}" dt="2026-09-16T20:43:51.323" v="471" actId="207"/>
          <ac:spMkLst>
            <pc:docMk/>
            <pc:sldMk cId="0" sldId="267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3:51.323" v="471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3:51.323" v="471" actId="20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3:51.323" v="471" actId="207"/>
          <ac:spMkLst>
            <pc:docMk/>
            <pc:sldMk cId="0" sldId="267"/>
            <ac:spMk id="15" creationId="{00000000-0000-0000-0000-000000000000}"/>
          </ac:spMkLst>
        </pc:spChg>
      </pc:sldChg>
      <pc:sldChg chg="modSp mod">
        <pc:chgData name="Alvaro Figueira" userId="98feb3955df52786" providerId="LiveId" clId="{F14CD04E-B827-431A-AAB8-41DC81BA65B1}" dt="2026-09-21T21:29:30.941" v="1093" actId="20577"/>
        <pc:sldMkLst>
          <pc:docMk/>
          <pc:sldMk cId="0" sldId="268"/>
        </pc:sldMkLst>
        <pc:spChg chg="mod">
          <ac:chgData name="Alvaro Figueira" userId="98feb3955df52786" providerId="LiveId" clId="{F14CD04E-B827-431A-AAB8-41DC81BA65B1}" dt="2026-09-21T21:29:09.199" v="1076" actId="20577"/>
          <ac:spMkLst>
            <pc:docMk/>
            <pc:sldMk cId="0" sldId="268"/>
            <ac:spMk id="26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29:16.967" v="1092" actId="20577"/>
          <ac:spMkLst>
            <pc:docMk/>
            <pc:sldMk cId="0" sldId="268"/>
            <ac:spMk id="3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29:30.941" v="1093" actId="20577"/>
          <ac:spMkLst>
            <pc:docMk/>
            <pc:sldMk cId="0" sldId="268"/>
            <ac:spMk id="34" creationId="{00000000-0000-0000-0000-000000000000}"/>
          </ac:spMkLst>
        </pc:spChg>
      </pc:sldChg>
      <pc:sldChg chg="addSp delSp modSp mod modAnim">
        <pc:chgData name="Alvaro Figueira" userId="98feb3955df52786" providerId="LiveId" clId="{F14CD04E-B827-431A-AAB8-41DC81BA65B1}" dt="2026-09-21T21:30:30.626" v="1094" actId="478"/>
        <pc:sldMkLst>
          <pc:docMk/>
          <pc:sldMk cId="0" sldId="269"/>
        </pc:sldMkLst>
        <pc:spChg chg="mod">
          <ac:chgData name="Alvaro Figueira" userId="98feb3955df52786" providerId="LiveId" clId="{F14CD04E-B827-431A-AAB8-41DC81BA65B1}" dt="2026-09-16T20:45:47.855" v="472" actId="164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5:47.855" v="472" actId="164"/>
          <ac:spMkLst>
            <pc:docMk/>
            <pc:sldMk cId="0" sldId="269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6:01.752" v="473" actId="948"/>
          <ac:spMkLst>
            <pc:docMk/>
            <pc:sldMk cId="0" sldId="269"/>
            <ac:spMk id="16" creationId="{00000000-0000-0000-0000-000000000000}"/>
          </ac:spMkLst>
        </pc:spChg>
        <pc:spChg chg="del mod">
          <ac:chgData name="Alvaro Figueira" userId="98feb3955df52786" providerId="LiveId" clId="{F14CD04E-B827-431A-AAB8-41DC81BA65B1}" dt="2026-09-21T21:30:30.626" v="1094" actId="478"/>
          <ac:spMkLst>
            <pc:docMk/>
            <pc:sldMk cId="0" sldId="269"/>
            <ac:spMk id="17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0:45:47.855" v="472" actId="164"/>
          <ac:grpSpMkLst>
            <pc:docMk/>
            <pc:sldMk cId="0" sldId="269"/>
            <ac:grpSpMk id="18" creationId="{9E6A4A13-8ABC-4D1E-6C7D-9F9F65B4D57F}"/>
          </ac:grpSpMkLst>
        </pc:grpChg>
      </pc:sldChg>
      <pc:sldChg chg="addSp delSp modSp mod modAnim">
        <pc:chgData name="Alvaro Figueira" userId="98feb3955df52786" providerId="LiveId" clId="{F14CD04E-B827-431A-AAB8-41DC81BA65B1}" dt="2026-09-21T21:31:28.986" v="1098"/>
        <pc:sldMkLst>
          <pc:docMk/>
          <pc:sldMk cId="0" sldId="270"/>
        </pc:sldMkLst>
        <pc:spChg chg="mod">
          <ac:chgData name="Alvaro Figueira" userId="98feb3955df52786" providerId="LiveId" clId="{F14CD04E-B827-431A-AAB8-41DC81BA65B1}" dt="2026-09-21T21:31:22.017" v="1096" actId="164"/>
          <ac:spMkLst>
            <pc:docMk/>
            <pc:sldMk cId="0" sldId="270"/>
            <ac:spMk id="9" creationId="{00000000-0000-0000-0000-000000000000}"/>
          </ac:spMkLst>
        </pc:spChg>
        <pc:spChg chg="mod topLvl">
          <ac:chgData name="Alvaro Figueira" userId="98feb3955df52786" providerId="LiveId" clId="{F14CD04E-B827-431A-AAB8-41DC81BA65B1}" dt="2026-09-21T21:31:22.017" v="1096" actId="164"/>
          <ac:spMkLst>
            <pc:docMk/>
            <pc:sldMk cId="0" sldId="270"/>
            <ac:spMk id="11" creationId="{00000000-0000-0000-0000-000000000000}"/>
          </ac:spMkLst>
        </pc:spChg>
        <pc:spChg chg="mod topLvl">
          <ac:chgData name="Alvaro Figueira" userId="98feb3955df52786" providerId="LiveId" clId="{F14CD04E-B827-431A-AAB8-41DC81BA65B1}" dt="2026-09-21T21:31:22.017" v="1096" actId="16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6:15.167" v="36" actId="16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6:15.167" v="36" actId="16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6:15.167" v="36" actId="16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5:35.038" v="34" actId="113"/>
          <ac:spMkLst>
            <pc:docMk/>
            <pc:sldMk cId="0" sldId="270"/>
            <ac:spMk id="17" creationId="{00000000-0000-0000-0000-000000000000}"/>
          </ac:spMkLst>
        </pc:spChg>
        <pc:grpChg chg="add del mod">
          <ac:chgData name="Alvaro Figueira" userId="98feb3955df52786" providerId="LiveId" clId="{F14CD04E-B827-431A-AAB8-41DC81BA65B1}" dt="2026-09-21T21:31:11.734" v="1095" actId="165"/>
          <ac:grpSpMkLst>
            <pc:docMk/>
            <pc:sldMk cId="0" sldId="270"/>
            <ac:grpSpMk id="7" creationId="{CB0D5E94-76DD-2D96-BE4A-2F0B852C36B0}"/>
          </ac:grpSpMkLst>
        </pc:grpChg>
        <pc:grpChg chg="add mod">
          <ac:chgData name="Alvaro Figueira" userId="98feb3955df52786" providerId="LiveId" clId="{F14CD04E-B827-431A-AAB8-41DC81BA65B1}" dt="2026-09-15T19:46:15.167" v="36" actId="164"/>
          <ac:grpSpMkLst>
            <pc:docMk/>
            <pc:sldMk cId="0" sldId="270"/>
            <ac:grpSpMk id="18" creationId="{E0A673A5-FF2F-8CF8-998F-48DB75CEA89F}"/>
          </ac:grpSpMkLst>
        </pc:grpChg>
        <pc:grpChg chg="add mod">
          <ac:chgData name="Alvaro Figueira" userId="98feb3955df52786" providerId="LiveId" clId="{F14CD04E-B827-431A-AAB8-41DC81BA65B1}" dt="2026-09-21T21:31:22.017" v="1096" actId="164"/>
          <ac:grpSpMkLst>
            <pc:docMk/>
            <pc:sldMk cId="0" sldId="270"/>
            <ac:grpSpMk id="19" creationId="{74E43535-5BE0-8C6A-4DE9-89498AEAB1CA}"/>
          </ac:grpSpMkLst>
        </pc:grpChg>
        <pc:picChg chg="mod topLvl">
          <ac:chgData name="Alvaro Figueira" userId="98feb3955df52786" providerId="LiveId" clId="{F14CD04E-B827-431A-AAB8-41DC81BA65B1}" dt="2026-09-21T21:31:22.017" v="1096" actId="164"/>
          <ac:picMkLst>
            <pc:docMk/>
            <pc:sldMk cId="0" sldId="270"/>
            <ac:picMk id="10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5T19:46:15.167" v="36" actId="164"/>
          <ac:picMkLst>
            <pc:docMk/>
            <pc:sldMk cId="0" sldId="270"/>
            <ac:picMk id="14" creationId="{00000000-0000-0000-0000-000000000000}"/>
          </ac:picMkLst>
        </pc:picChg>
      </pc:sldChg>
      <pc:sldChg chg="addSp modSp mod modAnim">
        <pc:chgData name="Alvaro Figueira" userId="98feb3955df52786" providerId="LiveId" clId="{F14CD04E-B827-431A-AAB8-41DC81BA65B1}" dt="2026-09-16T20:48:24.759" v="493"/>
        <pc:sldMkLst>
          <pc:docMk/>
          <pc:sldMk cId="0" sldId="271"/>
        </pc:sldMkLst>
        <pc:spChg chg="mod">
          <ac:chgData name="Alvaro Figueira" userId="98feb3955df52786" providerId="LiveId" clId="{F14CD04E-B827-431A-AAB8-41DC81BA65B1}" dt="2026-09-16T20:47:25.266" v="478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8:12.172" v="490" actId="164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8:12.172" v="490" actId="164"/>
          <ac:spMkLst>
            <pc:docMk/>
            <pc:sldMk cId="0" sldId="271"/>
            <ac:spMk id="11" creationId="{00000000-0000-0000-0000-000000000000}"/>
          </ac:spMkLst>
        </pc:spChg>
        <pc:spChg chg="add mod ord">
          <ac:chgData name="Alvaro Figueira" userId="98feb3955df52786" providerId="LiveId" clId="{F14CD04E-B827-431A-AAB8-41DC81BA65B1}" dt="2026-09-16T20:48:12.172" v="490" actId="164"/>
          <ac:spMkLst>
            <pc:docMk/>
            <pc:sldMk cId="0" sldId="271"/>
            <ac:spMk id="26" creationId="{6A1D2DC0-38A3-299F-E587-B8FF5BAC8D1F}"/>
          </ac:spMkLst>
        </pc:spChg>
        <pc:grpChg chg="add mod">
          <ac:chgData name="Alvaro Figueira" userId="98feb3955df52786" providerId="LiveId" clId="{F14CD04E-B827-431A-AAB8-41DC81BA65B1}" dt="2026-09-16T20:48:12.172" v="490" actId="164"/>
          <ac:grpSpMkLst>
            <pc:docMk/>
            <pc:sldMk cId="0" sldId="271"/>
            <ac:grpSpMk id="27" creationId="{620CBDE3-706B-5C00-4550-05C9B0331106}"/>
          </ac:grpSpMkLst>
        </pc:grpChg>
      </pc:sldChg>
      <pc:sldChg chg="addSp modSp mod modAnim">
        <pc:chgData name="Alvaro Figueira" userId="98feb3955df52786" providerId="LiveId" clId="{F14CD04E-B827-431A-AAB8-41DC81BA65B1}" dt="2026-09-16T20:50:52.699" v="591" actId="403"/>
        <pc:sldMkLst>
          <pc:docMk/>
          <pc:sldMk cId="0" sldId="272"/>
        </pc:sldMkLst>
        <pc:spChg chg="mod">
          <ac:chgData name="Alvaro Figueira" userId="98feb3955df52786" providerId="LiveId" clId="{F14CD04E-B827-431A-AAB8-41DC81BA65B1}" dt="2026-09-16T20:48:56.667" v="494" actId="14100"/>
          <ac:spMkLst>
            <pc:docMk/>
            <pc:sldMk cId="0" sldId="272"/>
            <ac:spMk id="10" creationId="{00000000-0000-0000-0000-000000000000}"/>
          </ac:spMkLst>
        </pc:spChg>
        <pc:spChg chg="mod ord">
          <ac:chgData name="Alvaro Figueira" userId="98feb3955df52786" providerId="LiveId" clId="{F14CD04E-B827-431A-AAB8-41DC81BA65B1}" dt="2026-09-16T20:49:55.353" v="587" actId="164"/>
          <ac:spMkLst>
            <pc:docMk/>
            <pc:sldMk cId="0" sldId="272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49:55.353" v="587" actId="164"/>
          <ac:spMkLst>
            <pc:docMk/>
            <pc:sldMk cId="0" sldId="272"/>
            <ac:spMk id="12" creationId="{00000000-0000-0000-0000-000000000000}"/>
          </ac:spMkLst>
        </pc:spChg>
        <pc:spChg chg="ord">
          <ac:chgData name="Alvaro Figueira" userId="98feb3955df52786" providerId="LiveId" clId="{F14CD04E-B827-431A-AAB8-41DC81BA65B1}" dt="2026-09-16T20:50:13.545" v="590" actId="16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6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7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0:52.699" v="591" actId="403"/>
          <ac:spMkLst>
            <pc:docMk/>
            <pc:sldMk cId="0" sldId="272"/>
            <ac:spMk id="28" creationId="{00000000-0000-0000-0000-000000000000}"/>
          </ac:spMkLst>
        </pc:spChg>
        <pc:spChg chg="add mod">
          <ac:chgData name="Alvaro Figueira" userId="98feb3955df52786" providerId="LiveId" clId="{F14CD04E-B827-431A-AAB8-41DC81BA65B1}" dt="2026-09-16T20:49:55.353" v="587" actId="164"/>
          <ac:spMkLst>
            <pc:docMk/>
            <pc:sldMk cId="0" sldId="272"/>
            <ac:spMk id="29" creationId="{65FB2C63-ADDF-03BE-9204-31C88E4ACFE5}"/>
          </ac:spMkLst>
        </pc:spChg>
        <pc:grpChg chg="add mod">
          <ac:chgData name="Alvaro Figueira" userId="98feb3955df52786" providerId="LiveId" clId="{F14CD04E-B827-431A-AAB8-41DC81BA65B1}" dt="2026-09-16T20:49:55.353" v="587" actId="164"/>
          <ac:grpSpMkLst>
            <pc:docMk/>
            <pc:sldMk cId="0" sldId="272"/>
            <ac:grpSpMk id="30" creationId="{FC6CEC0D-94F8-71EB-75C9-2513EA29698F}"/>
          </ac:grpSpMkLst>
        </pc:grpChg>
      </pc:sldChg>
      <pc:sldChg chg="modSp mod">
        <pc:chgData name="Alvaro Figueira" userId="98feb3955df52786" providerId="LiveId" clId="{F14CD04E-B827-431A-AAB8-41DC81BA65B1}" dt="2026-09-16T20:51:16.827" v="611" actId="20577"/>
        <pc:sldMkLst>
          <pc:docMk/>
          <pc:sldMk cId="0" sldId="273"/>
        </pc:sldMkLst>
        <pc:spChg chg="mod">
          <ac:chgData name="Alvaro Figueira" userId="98feb3955df52786" providerId="LiveId" clId="{F14CD04E-B827-431A-AAB8-41DC81BA65B1}" dt="2026-09-16T20:51:16.827" v="611" actId="20577"/>
          <ac:spMkLst>
            <pc:docMk/>
            <pc:sldMk cId="0" sldId="273"/>
            <ac:spMk id="2" creationId="{00000000-0000-0000-0000-000000000000}"/>
          </ac:spMkLst>
        </pc:spChg>
      </pc:sldChg>
      <pc:sldChg chg="modSp mod modAnim">
        <pc:chgData name="Alvaro Figueira" userId="98feb3955df52786" providerId="LiveId" clId="{F14CD04E-B827-431A-AAB8-41DC81BA65B1}" dt="2026-09-16T20:56:06.341" v="668" actId="1037"/>
        <pc:sldMkLst>
          <pc:docMk/>
          <pc:sldMk cId="0" sldId="274"/>
        </pc:sldMkLst>
        <pc:spChg chg="mod">
          <ac:chgData name="Alvaro Figueira" userId="98feb3955df52786" providerId="LiveId" clId="{F14CD04E-B827-431A-AAB8-41DC81BA65B1}" dt="2026-09-16T20:54:08.358" v="635" actId="2711"/>
          <ac:spMkLst>
            <pc:docMk/>
            <pc:sldMk cId="0" sldId="274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6:06.341" v="668" actId="1037"/>
          <ac:spMkLst>
            <pc:docMk/>
            <pc:sldMk cId="0" sldId="274"/>
            <ac:spMk id="11" creationId="{00000000-0000-0000-0000-000000000000}"/>
          </ac:spMkLst>
        </pc:spChg>
        <pc:picChg chg="mod ord modCrop">
          <ac:chgData name="Alvaro Figueira" userId="98feb3955df52786" providerId="LiveId" clId="{F14CD04E-B827-431A-AAB8-41DC81BA65B1}" dt="2026-09-16T20:52:58.551" v="633" actId="14100"/>
          <ac:picMkLst>
            <pc:docMk/>
            <pc:sldMk cId="0" sldId="274"/>
            <ac:picMk id="10" creationId="{00000000-0000-0000-0000-000000000000}"/>
          </ac:picMkLst>
        </pc:picChg>
      </pc:sldChg>
      <pc:sldChg chg="addSp modSp mod modAnim">
        <pc:chgData name="Alvaro Figueira" userId="98feb3955df52786" providerId="LiveId" clId="{F14CD04E-B827-431A-AAB8-41DC81BA65B1}" dt="2026-09-16T20:57:42.496" v="696" actId="403"/>
        <pc:sldMkLst>
          <pc:docMk/>
          <pc:sldMk cId="0" sldId="275"/>
        </pc:sldMkLst>
        <pc:spChg chg="mod">
          <ac:chgData name="Alvaro Figueira" userId="98feb3955df52786" providerId="LiveId" clId="{F14CD04E-B827-431A-AAB8-41DC81BA65B1}" dt="2026-09-16T20:56:23.061" v="669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7:13.892" v="690" actId="164"/>
          <ac:spMkLst>
            <pc:docMk/>
            <pc:sldMk cId="0" sldId="275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7:13.892" v="690" actId="164"/>
          <ac:spMkLst>
            <pc:docMk/>
            <pc:sldMk cId="0" sldId="275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7:42.496" v="696" actId="403"/>
          <ac:spMkLst>
            <pc:docMk/>
            <pc:sldMk cId="0" sldId="275"/>
            <ac:spMk id="2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7:36.851" v="695" actId="403"/>
          <ac:spMkLst>
            <pc:docMk/>
            <pc:sldMk cId="0" sldId="275"/>
            <ac:spMk id="24" creationId="{00000000-0000-0000-0000-000000000000}"/>
          </ac:spMkLst>
        </pc:spChg>
        <pc:spChg chg="add mod ord">
          <ac:chgData name="Alvaro Figueira" userId="98feb3955df52786" providerId="LiveId" clId="{F14CD04E-B827-431A-AAB8-41DC81BA65B1}" dt="2026-09-16T20:57:13.892" v="690" actId="164"/>
          <ac:spMkLst>
            <pc:docMk/>
            <pc:sldMk cId="0" sldId="275"/>
            <ac:spMk id="26" creationId="{34D09B1A-D350-7264-9BDC-09E90F4E4721}"/>
          </ac:spMkLst>
        </pc:spChg>
        <pc:grpChg chg="add mod">
          <ac:chgData name="Alvaro Figueira" userId="98feb3955df52786" providerId="LiveId" clId="{F14CD04E-B827-431A-AAB8-41DC81BA65B1}" dt="2026-09-16T20:57:13.892" v="690" actId="164"/>
          <ac:grpSpMkLst>
            <pc:docMk/>
            <pc:sldMk cId="0" sldId="275"/>
            <ac:grpSpMk id="27" creationId="{AB87FD07-6B82-CB91-0612-E9EA0C1DD372}"/>
          </ac:grpSpMkLst>
        </pc:grpChg>
      </pc:sldChg>
      <pc:sldChg chg="addSp delSp modSp mod">
        <pc:chgData name="Alvaro Figueira" userId="98feb3955df52786" providerId="LiveId" clId="{F14CD04E-B827-431A-AAB8-41DC81BA65B1}" dt="2026-09-21T21:41:09.153" v="1168" actId="1036"/>
        <pc:sldMkLst>
          <pc:docMk/>
          <pc:sldMk cId="0" sldId="276"/>
        </pc:sldMkLst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7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8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12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14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19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2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22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38:27.845" v="1124" actId="1035"/>
          <ac:spMkLst>
            <pc:docMk/>
            <pc:sldMk cId="0" sldId="276"/>
            <ac:spMk id="25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0:50.170" v="1153" actId="1038"/>
          <ac:spMkLst>
            <pc:docMk/>
            <pc:sldMk cId="0" sldId="276"/>
            <ac:spMk id="29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38:45.620" v="1128" actId="14100"/>
          <ac:spMkLst>
            <pc:docMk/>
            <pc:sldMk cId="0" sldId="276"/>
            <ac:spMk id="31" creationId="{00000000-0000-0000-0000-000000000000}"/>
          </ac:spMkLst>
        </pc:spChg>
        <pc:spChg chg="add del mod">
          <ac:chgData name="Alvaro Figueira" userId="98feb3955df52786" providerId="LiveId" clId="{F14CD04E-B827-431A-AAB8-41DC81BA65B1}" dt="2026-09-21T21:38:12.611" v="1106" actId="478"/>
          <ac:spMkLst>
            <pc:docMk/>
            <pc:sldMk cId="0" sldId="276"/>
            <ac:spMk id="32" creationId="{8BBF116D-7378-0396-3C86-3A293703C96C}"/>
          </ac:spMkLst>
        </pc:spChg>
        <pc:spChg chg="add del mod">
          <ac:chgData name="Alvaro Figueira" userId="98feb3955df52786" providerId="LiveId" clId="{F14CD04E-B827-431A-AAB8-41DC81BA65B1}" dt="2026-09-21T21:39:35.588" v="1131" actId="478"/>
          <ac:spMkLst>
            <pc:docMk/>
            <pc:sldMk cId="0" sldId="276"/>
            <ac:spMk id="33" creationId="{59AA578B-3BF2-D008-9A65-6AE6B2FB5EA7}"/>
          </ac:spMkLst>
        </pc:spChg>
        <pc:spChg chg="add mod">
          <ac:chgData name="Alvaro Figueira" userId="98feb3955df52786" providerId="LiveId" clId="{F14CD04E-B827-431A-AAB8-41DC81BA65B1}" dt="2026-09-21T21:41:09.153" v="1168" actId="1036"/>
          <ac:spMkLst>
            <pc:docMk/>
            <pc:sldMk cId="0" sldId="276"/>
            <ac:spMk id="34" creationId="{A6E33C04-880E-0A8B-6D78-099B6BEE5342}"/>
          </ac:spMkLst>
        </pc:spChg>
      </pc:sldChg>
      <pc:sldChg chg="modSp mod">
        <pc:chgData name="Alvaro Figueira" userId="98feb3955df52786" providerId="LiveId" clId="{F14CD04E-B827-431A-AAB8-41DC81BA65B1}" dt="2026-09-16T20:58:21.821" v="697" actId="403"/>
        <pc:sldMkLst>
          <pc:docMk/>
          <pc:sldMk cId="0" sldId="277"/>
        </pc:sldMkLst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7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8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6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8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20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21.821" v="697" actId="403"/>
          <ac:spMkLst>
            <pc:docMk/>
            <pc:sldMk cId="0" sldId="277"/>
            <ac:spMk id="22" creationId="{00000000-0000-0000-0000-000000000000}"/>
          </ac:spMkLst>
        </pc:spChg>
      </pc:sldChg>
      <pc:sldChg chg="modSp mod">
        <pc:chgData name="Alvaro Figueira" userId="98feb3955df52786" providerId="LiveId" clId="{F14CD04E-B827-431A-AAB8-41DC81BA65B1}" dt="2026-09-16T20:58:49.462" v="698" actId="403"/>
        <pc:sldMkLst>
          <pc:docMk/>
          <pc:sldMk cId="0" sldId="278"/>
        </pc:sldMkLst>
        <pc:spChg chg="mod">
          <ac:chgData name="Alvaro Figueira" userId="98feb3955df52786" providerId="LiveId" clId="{F14CD04E-B827-431A-AAB8-41DC81BA65B1}" dt="2026-09-16T20:58:49.462" v="698" actId="403"/>
          <ac:spMkLst>
            <pc:docMk/>
            <pc:sldMk cId="0" sldId="278"/>
            <ac:spMk id="24" creationId="{00000000-0000-0000-0000-000000000000}"/>
          </ac:spMkLst>
        </pc:spChg>
      </pc:sldChg>
      <pc:sldChg chg="addSp modSp mod modAnim">
        <pc:chgData name="Alvaro Figueira" userId="98feb3955df52786" providerId="LiveId" clId="{F14CD04E-B827-431A-AAB8-41DC81BA65B1}" dt="2026-09-16T21:03:07.989" v="739" actId="166"/>
        <pc:sldMkLst>
          <pc:docMk/>
          <pc:sldMk cId="0" sldId="279"/>
        </pc:sldMkLst>
        <pc:spChg chg="mod">
          <ac:chgData name="Alvaro Figueira" userId="98feb3955df52786" providerId="LiveId" clId="{F14CD04E-B827-431A-AAB8-41DC81BA65B1}" dt="2026-09-16T21:01:54.830" v="711" actId="14100"/>
          <ac:spMkLst>
            <pc:docMk/>
            <pc:sldMk cId="0" sldId="279"/>
            <ac:spMk id="9" creationId="{00000000-0000-0000-0000-000000000000}"/>
          </ac:spMkLst>
        </pc:spChg>
        <pc:spChg chg="ord">
          <ac:chgData name="Alvaro Figueira" userId="98feb3955df52786" providerId="LiveId" clId="{F14CD04E-B827-431A-AAB8-41DC81BA65B1}" dt="2026-09-16T21:03:07.989" v="739" actId="166"/>
          <ac:spMkLst>
            <pc:docMk/>
            <pc:sldMk cId="0" sldId="279"/>
            <ac:spMk id="20" creationId="{00000000-0000-0000-0000-000000000000}"/>
          </ac:spMkLst>
        </pc:spChg>
        <pc:spChg chg="mod ord">
          <ac:chgData name="Alvaro Figueira" userId="98feb3955df52786" providerId="LiveId" clId="{F14CD04E-B827-431A-AAB8-41DC81BA65B1}" dt="2026-09-16T21:02:40.419" v="737" actId="164"/>
          <ac:spMkLst>
            <pc:docMk/>
            <pc:sldMk cId="0" sldId="279"/>
            <ac:spMk id="22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2:40.419" v="737" actId="164"/>
          <ac:spMkLst>
            <pc:docMk/>
            <pc:sldMk cId="0" sldId="279"/>
            <ac:spMk id="23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8:59.837" v="699" actId="403"/>
          <ac:spMkLst>
            <pc:docMk/>
            <pc:sldMk cId="0" sldId="279"/>
            <ac:spMk id="2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0:59:15.127" v="701" actId="14100"/>
          <ac:spMkLst>
            <pc:docMk/>
            <pc:sldMk cId="0" sldId="279"/>
            <ac:spMk id="25" creationId="{00000000-0000-0000-0000-000000000000}"/>
          </ac:spMkLst>
        </pc:spChg>
        <pc:spChg chg="add mod">
          <ac:chgData name="Alvaro Figueira" userId="98feb3955df52786" providerId="LiveId" clId="{F14CD04E-B827-431A-AAB8-41DC81BA65B1}" dt="2026-09-16T21:02:40.419" v="737" actId="164"/>
          <ac:spMkLst>
            <pc:docMk/>
            <pc:sldMk cId="0" sldId="279"/>
            <ac:spMk id="27" creationId="{A097B9F0-BE33-EE57-AC8D-F6E3C4D98F48}"/>
          </ac:spMkLst>
        </pc:spChg>
        <pc:grpChg chg="add mod">
          <ac:chgData name="Alvaro Figueira" userId="98feb3955df52786" providerId="LiveId" clId="{F14CD04E-B827-431A-AAB8-41DC81BA65B1}" dt="2026-09-16T21:02:40.419" v="737" actId="164"/>
          <ac:grpSpMkLst>
            <pc:docMk/>
            <pc:sldMk cId="0" sldId="279"/>
            <ac:grpSpMk id="28" creationId="{5BA96FF1-2BB9-D863-CBA1-82485306DA25}"/>
          </ac:grpSpMkLst>
        </pc:grpChg>
      </pc:sldChg>
      <pc:sldChg chg="addSp modSp mod modAnim">
        <pc:chgData name="Alvaro Figueira" userId="98feb3955df52786" providerId="LiveId" clId="{F14CD04E-B827-431A-AAB8-41DC81BA65B1}" dt="2026-09-21T21:44:42.841" v="1171" actId="114"/>
        <pc:sldMkLst>
          <pc:docMk/>
          <pc:sldMk cId="0" sldId="280"/>
        </pc:sldMkLst>
        <pc:spChg chg="mod">
          <ac:chgData name="Alvaro Figueira" userId="98feb3955df52786" providerId="LiveId" clId="{F14CD04E-B827-431A-AAB8-41DC81BA65B1}" dt="2026-09-21T21:44:09.141" v="1170" actId="207"/>
          <ac:spMkLst>
            <pc:docMk/>
            <pc:sldMk cId="0" sldId="280"/>
            <ac:spMk id="8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1:04.069" v="707" actId="164"/>
          <ac:spMkLst>
            <pc:docMk/>
            <pc:sldMk cId="0" sldId="280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1:04.069" v="707" actId="164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4:42.841" v="1171" actId="114"/>
          <ac:spMkLst>
            <pc:docMk/>
            <pc:sldMk cId="0" sldId="280"/>
            <ac:spMk id="11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1:01:04.069" v="707" actId="164"/>
          <ac:grpSpMkLst>
            <pc:docMk/>
            <pc:sldMk cId="0" sldId="280"/>
            <ac:grpSpMk id="7" creationId="{B4646119-8F27-6C76-E998-BC7AB8607E11}"/>
          </ac:grpSpMkLst>
        </pc:grpChg>
      </pc:sldChg>
      <pc:sldChg chg="addSp modSp mod modAnim">
        <pc:chgData name="Alvaro Figueira" userId="98feb3955df52786" providerId="LiveId" clId="{F14CD04E-B827-431A-AAB8-41DC81BA65B1}" dt="2026-09-21T21:46:20.094" v="1179" actId="166"/>
        <pc:sldMkLst>
          <pc:docMk/>
          <pc:sldMk cId="0" sldId="281"/>
        </pc:sldMkLst>
        <pc:spChg chg="mod">
          <ac:chgData name="Alvaro Figueira" userId="98feb3955df52786" providerId="LiveId" clId="{F14CD04E-B827-431A-AAB8-41DC81BA65B1}" dt="2026-09-16T21:03:45.091" v="741" actId="14100"/>
          <ac:spMkLst>
            <pc:docMk/>
            <pc:sldMk cId="0" sldId="281"/>
            <ac:spMk id="9" creationId="{00000000-0000-0000-0000-000000000000}"/>
          </ac:spMkLst>
        </pc:spChg>
        <pc:spChg chg="ord">
          <ac:chgData name="Alvaro Figueira" userId="98feb3955df52786" providerId="LiveId" clId="{F14CD04E-B827-431A-AAB8-41DC81BA65B1}" dt="2026-09-21T21:46:20.094" v="1179" actId="166"/>
          <ac:spMkLst>
            <pc:docMk/>
            <pc:sldMk cId="0" sldId="281"/>
            <ac:spMk id="22" creationId="{00000000-0000-0000-0000-000000000000}"/>
          </ac:spMkLst>
        </pc:spChg>
        <pc:spChg chg="mod ord">
          <ac:chgData name="Alvaro Figueira" userId="98feb3955df52786" providerId="LiveId" clId="{F14CD04E-B827-431A-AAB8-41DC81BA65B1}" dt="2026-09-16T21:04:21.098" v="773" actId="164"/>
          <ac:spMkLst>
            <pc:docMk/>
            <pc:sldMk cId="0" sldId="281"/>
            <ac:spMk id="24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4:21.098" v="773" actId="164"/>
          <ac:spMkLst>
            <pc:docMk/>
            <pc:sldMk cId="0" sldId="281"/>
            <ac:spMk id="2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5:03.977" v="790" actId="1035"/>
          <ac:spMkLst>
            <pc:docMk/>
            <pc:sldMk cId="0" sldId="281"/>
            <ac:spMk id="26" creationId="{00000000-0000-0000-0000-000000000000}"/>
          </ac:spMkLst>
        </pc:spChg>
        <pc:spChg chg="mod">
          <ac:chgData name="Alvaro Figueira" userId="98feb3955df52786" providerId="LiveId" clId="{F14CD04E-B827-431A-AAB8-41DC81BA65B1}" dt="2026-09-21T21:45:55.521" v="1178" actId="20577"/>
          <ac:spMkLst>
            <pc:docMk/>
            <pc:sldMk cId="0" sldId="281"/>
            <ac:spMk id="27" creationId="{00000000-0000-0000-0000-000000000000}"/>
          </ac:spMkLst>
        </pc:spChg>
        <pc:spChg chg="add mod">
          <ac:chgData name="Alvaro Figueira" userId="98feb3955df52786" providerId="LiveId" clId="{F14CD04E-B827-431A-AAB8-41DC81BA65B1}" dt="2026-09-16T21:04:21.098" v="773" actId="164"/>
          <ac:spMkLst>
            <pc:docMk/>
            <pc:sldMk cId="0" sldId="281"/>
            <ac:spMk id="29" creationId="{4F447609-F70A-6734-AF0E-C49E65CF7CE7}"/>
          </ac:spMkLst>
        </pc:spChg>
        <pc:grpChg chg="add mod">
          <ac:chgData name="Alvaro Figueira" userId="98feb3955df52786" providerId="LiveId" clId="{F14CD04E-B827-431A-AAB8-41DC81BA65B1}" dt="2026-09-16T21:04:21.098" v="773" actId="164"/>
          <ac:grpSpMkLst>
            <pc:docMk/>
            <pc:sldMk cId="0" sldId="281"/>
            <ac:grpSpMk id="30" creationId="{D9559297-4271-4DD8-61A9-DF7EC46A8B5F}"/>
          </ac:grpSpMkLst>
        </pc:grpChg>
      </pc:sldChg>
      <pc:sldChg chg="modSp mod">
        <pc:chgData name="Alvaro Figueira" userId="98feb3955df52786" providerId="LiveId" clId="{F14CD04E-B827-431A-AAB8-41DC81BA65B1}" dt="2026-09-15T19:48:19.845" v="64" actId="20577"/>
        <pc:sldMkLst>
          <pc:docMk/>
          <pc:sldMk cId="0" sldId="282"/>
        </pc:sldMkLst>
        <pc:spChg chg="mod">
          <ac:chgData name="Alvaro Figueira" userId="98feb3955df52786" providerId="LiveId" clId="{F14CD04E-B827-431A-AAB8-41DC81BA65B1}" dt="2026-09-15T19:48:07.601" v="56" actId="20577"/>
          <ac:spMkLst>
            <pc:docMk/>
            <pc:sldMk cId="0" sldId="282"/>
            <ac:spMk id="15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7:56.991" v="41" actId="207"/>
          <ac:spMkLst>
            <pc:docMk/>
            <pc:sldMk cId="0" sldId="282"/>
            <ac:spMk id="17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7:56.991" v="41" actId="207"/>
          <ac:spMkLst>
            <pc:docMk/>
            <pc:sldMk cId="0" sldId="282"/>
            <ac:spMk id="1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5T19:48:19.845" v="64" actId="20577"/>
          <ac:spMkLst>
            <pc:docMk/>
            <pc:sldMk cId="0" sldId="282"/>
            <ac:spMk id="29" creationId="{00000000-0000-0000-0000-000000000000}"/>
          </ac:spMkLst>
        </pc:spChg>
      </pc:sldChg>
      <pc:sldChg chg="modSp mod">
        <pc:chgData name="Alvaro Figueira" userId="98feb3955df52786" providerId="LiveId" clId="{F14CD04E-B827-431A-AAB8-41DC81BA65B1}" dt="2026-09-16T21:06:53.894" v="935" actId="20577"/>
        <pc:sldMkLst>
          <pc:docMk/>
          <pc:sldMk cId="0" sldId="283"/>
        </pc:sldMkLst>
        <pc:spChg chg="mod">
          <ac:chgData name="Alvaro Figueira" userId="98feb3955df52786" providerId="LiveId" clId="{F14CD04E-B827-431A-AAB8-41DC81BA65B1}" dt="2026-09-16T21:06:38.009" v="855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6:53.894" v="935" actId="20577"/>
          <ac:spMkLst>
            <pc:docMk/>
            <pc:sldMk cId="0" sldId="283"/>
            <ac:spMk id="10" creationId="{00000000-0000-0000-0000-000000000000}"/>
          </ac:spMkLst>
        </pc:spChg>
      </pc:sldChg>
      <pc:sldChg chg="modSp mod modAnim">
        <pc:chgData name="Alvaro Figueira" userId="98feb3955df52786" providerId="LiveId" clId="{F14CD04E-B827-431A-AAB8-41DC81BA65B1}" dt="2026-09-21T21:47:55.763" v="1182"/>
        <pc:sldMkLst>
          <pc:docMk/>
          <pc:sldMk cId="0" sldId="284"/>
        </pc:sldMkLst>
        <pc:picChg chg="mod">
          <ac:chgData name="Alvaro Figueira" userId="98feb3955df52786" providerId="LiveId" clId="{F14CD04E-B827-431A-AAB8-41DC81BA65B1}" dt="2026-09-16T21:07:21.615" v="940" actId="1076"/>
          <ac:picMkLst>
            <pc:docMk/>
            <pc:sldMk cId="0" sldId="284"/>
            <ac:picMk id="8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1:07:14.016" v="938" actId="14100"/>
          <ac:picMkLst>
            <pc:docMk/>
            <pc:sldMk cId="0" sldId="284"/>
            <ac:picMk id="9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1:07:18.532" v="939" actId="1076"/>
          <ac:picMkLst>
            <pc:docMk/>
            <pc:sldMk cId="0" sldId="284"/>
            <ac:picMk id="10" creationId="{00000000-0000-0000-0000-000000000000}"/>
          </ac:picMkLst>
        </pc:picChg>
        <pc:picChg chg="mod">
          <ac:chgData name="Alvaro Figueira" userId="98feb3955df52786" providerId="LiveId" clId="{F14CD04E-B827-431A-AAB8-41DC81BA65B1}" dt="2026-09-16T21:07:07.241" v="936" actId="1076"/>
          <ac:picMkLst>
            <pc:docMk/>
            <pc:sldMk cId="0" sldId="284"/>
            <ac:picMk id="11" creationId="{00000000-0000-0000-0000-000000000000}"/>
          </ac:picMkLst>
        </pc:picChg>
      </pc:sldChg>
      <pc:sldChg chg="modSp mod">
        <pc:chgData name="Alvaro Figueira" userId="98feb3955df52786" providerId="LiveId" clId="{F14CD04E-B827-431A-AAB8-41DC81BA65B1}" dt="2026-09-16T21:07:49.004" v="941" actId="688"/>
        <pc:sldMkLst>
          <pc:docMk/>
          <pc:sldMk cId="0" sldId="285"/>
        </pc:sldMkLst>
        <pc:picChg chg="mod">
          <ac:chgData name="Alvaro Figueira" userId="98feb3955df52786" providerId="LiveId" clId="{F14CD04E-B827-431A-AAB8-41DC81BA65B1}" dt="2026-09-16T21:07:49.004" v="941" actId="688"/>
          <ac:picMkLst>
            <pc:docMk/>
            <pc:sldMk cId="0" sldId="285"/>
            <ac:picMk id="8" creationId="{00000000-0000-0000-0000-000000000000}"/>
          </ac:picMkLst>
        </pc:picChg>
      </pc:sldChg>
      <pc:sldChg chg="addSp modSp mod">
        <pc:chgData name="Alvaro Figueira" userId="98feb3955df52786" providerId="LiveId" clId="{F14CD04E-B827-431A-AAB8-41DC81BA65B1}" dt="2026-09-16T21:08:32.627" v="944" actId="1076"/>
        <pc:sldMkLst>
          <pc:docMk/>
          <pc:sldMk cId="0" sldId="286"/>
        </pc:sldMkLst>
        <pc:spChg chg="mod">
          <ac:chgData name="Alvaro Figueira" userId="98feb3955df52786" providerId="LiveId" clId="{F14CD04E-B827-431A-AAB8-41DC81BA65B1}" dt="2026-09-16T21:08:24.849" v="943" actId="164"/>
          <ac:spMkLst>
            <pc:docMk/>
            <pc:sldMk cId="0" sldId="286"/>
            <ac:spMk id="8" creationId="{00000000-0000-0000-0000-000000000000}"/>
          </ac:spMkLst>
        </pc:spChg>
        <pc:spChg chg="mod">
          <ac:chgData name="Alvaro Figueira" userId="98feb3955df52786" providerId="LiveId" clId="{F14CD04E-B827-431A-AAB8-41DC81BA65B1}" dt="2026-09-16T21:08:24.849" v="943" actId="164"/>
          <ac:spMkLst>
            <pc:docMk/>
            <pc:sldMk cId="0" sldId="286"/>
            <ac:spMk id="9" creationId="{00000000-0000-0000-0000-000000000000}"/>
          </ac:spMkLst>
        </pc:spChg>
        <pc:grpChg chg="add mod">
          <ac:chgData name="Alvaro Figueira" userId="98feb3955df52786" providerId="LiveId" clId="{F14CD04E-B827-431A-AAB8-41DC81BA65B1}" dt="2026-09-16T21:08:32.627" v="944" actId="1076"/>
          <ac:grpSpMkLst>
            <pc:docMk/>
            <pc:sldMk cId="0" sldId="286"/>
            <ac:grpSpMk id="10" creationId="{9CF7AD25-9FFE-9350-4167-1D77A6D3EBD4}"/>
          </ac:grpSpMkLst>
        </pc:grpChg>
      </pc:sldChg>
      <pc:sldChg chg="modSp mod">
        <pc:chgData name="Alvaro Figueira" userId="98feb3955df52786" providerId="LiveId" clId="{F14CD04E-B827-431A-AAB8-41DC81BA65B1}" dt="2026-09-16T21:09:37.189" v="1051" actId="20577"/>
        <pc:sldMkLst>
          <pc:docMk/>
          <pc:sldMk cId="0" sldId="290"/>
        </pc:sldMkLst>
        <pc:spChg chg="mod">
          <ac:chgData name="Alvaro Figueira" userId="98feb3955df52786" providerId="LiveId" clId="{F14CD04E-B827-431A-AAB8-41DC81BA65B1}" dt="2026-09-16T21:09:37.189" v="1051" actId="20577"/>
          <ac:spMkLst>
            <pc:docMk/>
            <pc:sldMk cId="0" sldId="29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22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10x10: Generate 10 different design concepts; produce 10 variations/details of the most promising concept.
Seguir com um treino de esboços usando cartas do Pictionary!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ponto 4, dos 10 iniciais podem (por exemplo) ficar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ponto 5, deve-se expandir a melhor (OU os 6 sobreviventes) e fazer 10 hipóteses/variações para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Segmentar o mercado e escolher uma pessoa-exemplo (imaginária) por segmento. As duas personas são exemplos: os detalhes de objetivos, frustrações e contexto são ilustrativos e podem ser trocados.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E, em cada um desses objetivos, há feedback a ser aproveitado.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estória: “o lojista dizia: eu não chego.... Não consigo... O negócio vai arruinar-se porque não chego, sozinho não consigo... E, depois, é um problema com as contas”. Então o problema foi resolvido arranjando outra pessoa para fazer a contabilidade. Mas, na realidade, o senhor não chegava às prateleiras mais altas onde estavam os registos das encomendas.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 (2026/27), a partir do material das práticas. Os task flows são a forma de escrever as missões do passeio cognitivo e dos testes. Cada dono de painel escreve os flows das funcionalidades complexas do seu painel.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faixas marcam as duas partes do trabalho: R1 (primeiro relatório e apresentação intercalar) até aos modelos concetuais, PR2 (protótipo, avaliação e relatório final) daí em 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a preencher em cada ano com fotos ou resultados da última aula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93BFEB">
              <a:alpha val="18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93BFEB">
              <a:alpha val="30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Lecture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HCI procedure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problem to the prototype: the process, the 10x10 method, and how to delve into the problem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Pessoa-Máquina  ·  DCC  ·  FCUP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example of the 10x10 method is adapted from “Sketching User Experiences: The Workbook” (Greenberg, Carpendale, Marquardt, Buxton, Morgan Kaufmann)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HCI is a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3657600" cy="1188720"/>
          </a:xfrm>
          <a:prstGeom prst="roundRect">
            <a:avLst>
              <a:gd name="adj" fmla="val 38462"/>
            </a:avLst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1371600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problem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394960" y="2971800"/>
            <a:ext cx="1371600" cy="731520"/>
          </a:xfrm>
          <a:prstGeom prst="rightArrow">
            <a:avLst/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7132320" y="2743200"/>
            <a:ext cx="3657600" cy="1188720"/>
          </a:xfrm>
          <a:prstGeom prst="roundRect">
            <a:avLst>
              <a:gd name="adj" fmla="val 38462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 txBox="1"/>
          <p:nvPr/>
        </p:nvSpPr>
        <p:spPr>
          <a:xfrm>
            <a:off x="7132320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 a solution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leap</a:t>
            </a: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sequence of steps, each one producing evidence for the next.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middle of this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69D649-5B6E-306C-2699-EAFE24D05CFD}"/>
              </a:ext>
            </a:extLst>
          </p:cNvPr>
          <p:cNvGrpSpPr/>
          <p:nvPr/>
        </p:nvGrpSpPr>
        <p:grpSpPr>
          <a:xfrm>
            <a:off x="8236131" y="2743200"/>
            <a:ext cx="3285309" cy="960120"/>
            <a:chOff x="8236131" y="2743200"/>
            <a:chExt cx="3285309" cy="960120"/>
          </a:xfrm>
        </p:grpSpPr>
        <p:sp>
          <p:nvSpPr>
            <p:cNvPr id="10" name="Shape 7"/>
            <p:cNvSpPr/>
            <p:nvPr/>
          </p:nvSpPr>
          <p:spPr>
            <a:xfrm flipV="1">
              <a:off x="8236131" y="3108960"/>
              <a:ext cx="195943" cy="594360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Shape 10"/>
            <p:cNvSpPr/>
            <p:nvPr/>
          </p:nvSpPr>
          <p:spPr>
            <a:xfrm>
              <a:off x="8294914" y="297180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8706394" y="2743200"/>
              <a:ext cx="2815046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Prototype</a:t>
              </a:r>
              <a:endParaRPr lang="en-US" sz="1500" dirty="0"/>
            </a:p>
          </p:txBody>
        </p:sp>
      </p:grpSp>
      <p:sp>
        <p:nvSpPr>
          <p:cNvPr id="15" name="Text 12"/>
          <p:cNvSpPr txBox="1"/>
          <p:nvPr/>
        </p:nvSpPr>
        <p:spPr>
          <a:xfrm>
            <a:off x="457200" y="1280160"/>
            <a:ext cx="60990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many different “solutions”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10x10 methodology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seven major steps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make assumptions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lot of sketches! (to be seen in the lab)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prototype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described later…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57200" y="5303520"/>
            <a:ext cx="6099048" cy="731520"/>
          </a:xfrm>
          <a:prstGeom prst="roundRect">
            <a:avLst>
              <a:gd name="adj" fmla="val 12500"/>
            </a:avLst>
          </a:prstGeom>
          <a:solidFill>
            <a:srgbClr val="F4EBD3"/>
          </a:solidFill>
          <a:ln w="12700">
            <a:solidFill>
              <a:srgbClr val="F4EB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 txBox="1"/>
          <p:nvPr/>
        </p:nvSpPr>
        <p:spPr>
          <a:xfrm>
            <a:off x="640080" y="5303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53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be fast at sketching!</a:t>
            </a:r>
            <a:endParaRPr lang="en-US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E448F3-BAFE-DA41-8426-3C922FD63BDF}"/>
              </a:ext>
            </a:extLst>
          </p:cNvPr>
          <p:cNvGrpSpPr/>
          <p:nvPr/>
        </p:nvGrpSpPr>
        <p:grpSpPr>
          <a:xfrm>
            <a:off x="8098971" y="3337560"/>
            <a:ext cx="3422469" cy="731520"/>
            <a:chOff x="8098971" y="3337560"/>
            <a:chExt cx="3422469" cy="731520"/>
          </a:xfrm>
        </p:grpSpPr>
        <p:sp>
          <p:nvSpPr>
            <p:cNvPr id="11" name="Shape 8"/>
            <p:cNvSpPr/>
            <p:nvPr/>
          </p:nvSpPr>
          <p:spPr>
            <a:xfrm>
              <a:off x="8098971" y="356616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8510451" y="3337560"/>
              <a:ext cx="3010989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Concept models, decisions</a:t>
              </a:r>
              <a:endParaRPr lang="en-US" sz="15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7723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10x10 METHOD  ·  7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6275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the challenge, then expand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74552" cy="210312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design challenge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 to solve?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the client needs?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novel system that takes advantage of a particular technology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000" dirty="0"/>
          </a:p>
        </p:txBody>
      </p:sp>
      <p:pic>
        <p:nvPicPr>
          <p:cNvPr id="12" name="Image 0" descr="/home/claude/img2/m051_s04_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621" y="1371600"/>
            <a:ext cx="1758998" cy="18288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0218EA-B979-673E-B59F-8F8500206AD7}"/>
              </a:ext>
            </a:extLst>
          </p:cNvPr>
          <p:cNvGrpSpPr/>
          <p:nvPr/>
        </p:nvGrpSpPr>
        <p:grpSpPr>
          <a:xfrm>
            <a:off x="457200" y="3520440"/>
            <a:ext cx="11274552" cy="2514600"/>
            <a:chOff x="457200" y="3520440"/>
            <a:chExt cx="11274552" cy="2514600"/>
          </a:xfrm>
        </p:grpSpPr>
        <p:sp>
          <p:nvSpPr>
            <p:cNvPr id="13" name="Shape 10"/>
            <p:cNvSpPr/>
            <p:nvPr/>
          </p:nvSpPr>
          <p:spPr>
            <a:xfrm>
              <a:off x="457200" y="3520440"/>
              <a:ext cx="11274552" cy="2514600"/>
            </a:xfrm>
            <a:prstGeom prst="roundRect">
              <a:avLst>
                <a:gd name="adj" fmla="val 3636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Shape 11"/>
            <p:cNvSpPr/>
            <p:nvPr/>
          </p:nvSpPr>
          <p:spPr>
            <a:xfrm>
              <a:off x="731520" y="3749040"/>
              <a:ext cx="640080" cy="640080"/>
            </a:xfrm>
            <a:prstGeom prst="ellipse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731520" y="374904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1645921" y="3657600"/>
              <a:ext cx="5419188" cy="2240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</a:t>
              </a:r>
              <a:r>
                <a:rPr lang="en-US" sz="2000" b="1" dirty="0">
                  <a:solidFill>
                    <a:srgbClr val="0070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 10 different design concepts </a:t>
              </a:r>
              <a:r>
                <a:rPr lang="en-US" sz="20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that address the challenge (expand phase)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brainstorming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 as creative and diverse as possible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don't judge designs at creation time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sketches should capture the essence of the idea, not the details</a:t>
              </a:r>
              <a:endParaRPr lang="en-US" sz="2000" dirty="0"/>
            </a:p>
          </p:txBody>
        </p:sp>
        <p:pic>
          <p:nvPicPr>
            <p:cNvPr id="17" name="Image 1" descr="/home/claude/img2/collage_concept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3439" y="3557294"/>
              <a:ext cx="4206240" cy="24469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10x10 METHOD  ·  7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137160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</a:t>
            </a: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number of design concepts (reduce phase)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designs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ones that don't have merit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get feedback on the remaining designs from others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reactions (including your own)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based on reflection, repeat step 2 (i.e., improve it)</a:t>
            </a:r>
            <a:endParaRPr lang="en-US" sz="2000" dirty="0"/>
          </a:p>
        </p:txBody>
      </p:sp>
      <p:pic>
        <p:nvPicPr>
          <p:cNvPr id="13" name="Image 0" descr="/home/claude/img2/m051_s06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508760"/>
            <a:ext cx="2926080" cy="219456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B6F6055-65DF-9776-2365-E51AAF261C37}"/>
              </a:ext>
            </a:extLst>
          </p:cNvPr>
          <p:cNvGrpSpPr/>
          <p:nvPr/>
        </p:nvGrpSpPr>
        <p:grpSpPr>
          <a:xfrm>
            <a:off x="457200" y="4160520"/>
            <a:ext cx="11274552" cy="1874520"/>
            <a:chOff x="457200" y="4160520"/>
            <a:chExt cx="11274552" cy="1874520"/>
          </a:xfrm>
        </p:grpSpPr>
        <p:sp>
          <p:nvSpPr>
            <p:cNvPr id="14" name="Shape 10"/>
            <p:cNvSpPr/>
            <p:nvPr/>
          </p:nvSpPr>
          <p:spPr>
            <a:xfrm>
              <a:off x="457200" y="4160520"/>
              <a:ext cx="11274552" cy="1874520"/>
            </a:xfrm>
            <a:prstGeom prst="roundRect">
              <a:avLst>
                <a:gd name="adj" fmla="val 4878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Shape 11"/>
            <p:cNvSpPr/>
            <p:nvPr/>
          </p:nvSpPr>
          <p:spPr>
            <a:xfrm>
              <a:off x="731520" y="4389120"/>
              <a:ext cx="640080" cy="640080"/>
            </a:xfrm>
            <a:prstGeom prst="ellipse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731520" y="43891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645920" y="4297680"/>
              <a:ext cx="6766560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the most promising concept(s)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Your starting point!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Don't trash the other designs!</a:t>
              </a:r>
              <a:endParaRPr lang="en-US" sz="2000" dirty="0"/>
            </a:p>
          </p:txBody>
        </p:sp>
        <p:pic>
          <p:nvPicPr>
            <p:cNvPr id="18" name="Image 1" descr="/home/claude/img2/m051_s57_image7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5949" y="4297680"/>
              <a:ext cx="2736342" cy="1600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10x10 METHOD  ·  7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again, present, iterate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74552" cy="1874520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1371600"/>
            <a:ext cx="584903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10 details </a:t>
            </a: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variations of the surviving concepts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concept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different ways of realising the concept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 in a particular way (i.e., show the details)</a:t>
            </a:r>
            <a:endParaRPr lang="en-US" sz="2000" dirty="0"/>
          </a:p>
        </p:txBody>
      </p:sp>
      <p:pic>
        <p:nvPicPr>
          <p:cNvPr id="13" name="Image 0" descr="/home/claude/img2/m051_s60_imag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720" y="1378241"/>
            <a:ext cx="4023360" cy="148802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515358-5EA5-425C-247E-00FBFB77E1EC}"/>
              </a:ext>
            </a:extLst>
          </p:cNvPr>
          <p:cNvGrpSpPr/>
          <p:nvPr/>
        </p:nvGrpSpPr>
        <p:grpSpPr>
          <a:xfrm>
            <a:off x="457200" y="3291840"/>
            <a:ext cx="11274552" cy="1600200"/>
            <a:chOff x="457200" y="3291840"/>
            <a:chExt cx="11274552" cy="1600200"/>
          </a:xfrm>
        </p:grpSpPr>
        <p:sp>
          <p:nvSpPr>
            <p:cNvPr id="14" name="Shape 10"/>
            <p:cNvSpPr/>
            <p:nvPr/>
          </p:nvSpPr>
          <p:spPr>
            <a:xfrm>
              <a:off x="457200" y="3291840"/>
              <a:ext cx="11274552" cy="1600200"/>
            </a:xfrm>
            <a:prstGeom prst="roundRect">
              <a:avLst>
                <a:gd name="adj" fmla="val 5714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Shape 11"/>
            <p:cNvSpPr/>
            <p:nvPr/>
          </p:nvSpPr>
          <p:spPr>
            <a:xfrm>
              <a:off x="731520" y="3520440"/>
              <a:ext cx="640080" cy="640080"/>
            </a:xfrm>
            <a:prstGeom prst="ellipse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731520" y="352044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</a:t>
              </a:r>
              <a:endParaRPr lang="en-US" sz="2200" dirty="0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645920" y="3429000"/>
              <a:ext cx="6766560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 your ideas to a group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solicit feedback (positive, what could be improved, etc.), suggestions about redesigns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(coffee / donuts are welcome)</a:t>
              </a:r>
              <a:endParaRPr lang="en-US" sz="2000" dirty="0"/>
            </a:p>
          </p:txBody>
        </p:sp>
        <p:pic>
          <p:nvPicPr>
            <p:cNvPr id="18" name="Image 1" descr="/home/claude/img2/m051_s05_image5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01961" y="3337560"/>
              <a:ext cx="2348280" cy="150876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52CD44-72C2-1D2A-E734-1F686ED4308E}"/>
              </a:ext>
            </a:extLst>
          </p:cNvPr>
          <p:cNvGrpSpPr/>
          <p:nvPr/>
        </p:nvGrpSpPr>
        <p:grpSpPr>
          <a:xfrm>
            <a:off x="457200" y="5074920"/>
            <a:ext cx="11274552" cy="1280160"/>
            <a:chOff x="457200" y="5074920"/>
            <a:chExt cx="11274552" cy="1280160"/>
          </a:xfrm>
        </p:grpSpPr>
        <p:sp>
          <p:nvSpPr>
            <p:cNvPr id="19" name="Shape 14"/>
            <p:cNvSpPr/>
            <p:nvPr/>
          </p:nvSpPr>
          <p:spPr>
            <a:xfrm>
              <a:off x="457200" y="5074920"/>
              <a:ext cx="11274552" cy="1280160"/>
            </a:xfrm>
            <a:prstGeom prst="roundRect">
              <a:avLst>
                <a:gd name="adj" fmla="val 7143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Shape 15"/>
            <p:cNvSpPr/>
            <p:nvPr/>
          </p:nvSpPr>
          <p:spPr>
            <a:xfrm>
              <a:off x="731520" y="5303520"/>
              <a:ext cx="640080" cy="640080"/>
            </a:xfrm>
            <a:prstGeom prst="ellipse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 16"/>
            <p:cNvSpPr txBox="1"/>
            <p:nvPr/>
          </p:nvSpPr>
          <p:spPr>
            <a:xfrm>
              <a:off x="731520" y="53035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7</a:t>
              </a:r>
              <a:endParaRPr lang="en-US" sz="22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1645920" y="5212080"/>
              <a:ext cx="67665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 your ideas change, sketch them out</a:t>
              </a:r>
              <a:endParaRPr lang="en-US" sz="2000" dirty="0"/>
            </a:p>
            <a:p>
              <a:pPr marL="203200" indent="-203200">
                <a:lnSpc>
                  <a:spcPct val="114000"/>
                </a:lnSpc>
                <a:spcAft>
                  <a:spcPts val="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that is, go back to step 1 (or 4), but deeper into the design funnel</a:t>
              </a:r>
              <a:endParaRPr lang="en-US" sz="2000" dirty="0"/>
            </a:p>
          </p:txBody>
        </p:sp>
        <p:pic>
          <p:nvPicPr>
            <p:cNvPr id="23" name="Image 2" descr="/home/claude/img2/funne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56644" y="5120640"/>
              <a:ext cx="1887457" cy="123444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design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74552" cy="182880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two people connect their mobile devices for information exchange (e.g., photo transfer) without resorting to dialog boxes or other tedious interface requests?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5398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56906"/>
            <a:ext cx="112745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device </a:t>
            </a: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nearby phones</a:t>
            </a:r>
            <a:endParaRPr lang="en-US" sz="1800" b="1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initially do some </a:t>
            </a: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communication</a:t>
            </a:r>
            <a:endParaRPr lang="en-US" sz="1800" b="1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the other person can perform some action that both phones recognise as a “handshake”, affirming that a full connection is desired. That is, it exploits a social convention: </a:t>
            </a:r>
            <a:r>
              <a:rPr lang="en-US" sz="18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both agree to do something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 2  ·  CONCEPTS i TO 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10 competing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/home/claude/img2/m051_s46_image65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28" y="1298448"/>
            <a:ext cx="3200400" cy="18114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i) Enter an agreed-upon keyword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70248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mage 1" descr="/home/claude/img2/m051_s47_image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431955"/>
            <a:ext cx="3474720" cy="15570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07408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ii) Mimic a rotation pattern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74152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5" name="Image 2" descr="/home/claude/img2/m051_s48_image67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922" y="1395724"/>
            <a:ext cx="3474720" cy="16314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11312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iii) Tracing across displays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31720" y="38404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mage 3" descr="/home/claude/img2/m051_s49_image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357" y="3950208"/>
            <a:ext cx="3474720" cy="18350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468880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iv) Speak a command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199632" y="38404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1" name="Image 4" descr="/home/claude/img2/m051_s50_image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3766" y="3950208"/>
            <a:ext cx="1828800" cy="186408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336792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v) Recognise a phone's flash strobe pattern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 2  ·  CONCEPTS vi TO 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10 competing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/home/claude/img2/m051_s51_imag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90" y="1298448"/>
            <a:ext cx="2345020" cy="1783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vi) Bump two phones together (credit: Bump Technologies)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70248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mage 1" descr="/home/claude/img2/m051_s52_image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66" y="1298448"/>
            <a:ext cx="2338364" cy="1783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07408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vii) Musical sequence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74152" y="118872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5" name="Image 2" descr="/home/claude/img2/m051_s53_image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835" y="1298448"/>
            <a:ext cx="1872234" cy="1783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11312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viii) Light / dark patterns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31720" y="38404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mage 3" descr="/home/claude/img2/m051_s54_image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839" y="3950208"/>
            <a:ext cx="2651362" cy="17830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468880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ix) Three simultaneous taps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199632" y="38404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1" name="Image 4" descr="/home/claude/img2/m051_s55_image7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899" y="3950208"/>
            <a:ext cx="3049067" cy="17830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336792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x) Take a picture of an identifying feature on the other person's phone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STEPS 3 AND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and / or repeat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 txBox="1"/>
          <p:nvPr/>
        </p:nvSpPr>
        <p:spPr>
          <a:xfrm>
            <a:off x="73152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the other person perform some action that both phones recognise as a “handshake” affirming that a full connection is desired. That is, it exploits a social convention where you both agree to do something.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other variations based on this notion, or other themes?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(reduce)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029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are the lowest common denominator, so choose concept x: take a picture of an identifying feature on the other person's phone.</a:t>
            </a:r>
            <a:endParaRPr lang="en-US" sz="1800" dirty="0"/>
          </a:p>
        </p:txBody>
      </p:sp>
      <p:pic>
        <p:nvPicPr>
          <p:cNvPr id="15" name="Image 0" descr="/home/claude/img2/m051_s57_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330074"/>
            <a:ext cx="5029200" cy="2941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 5  ·  DETAILS a, b,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the chosen concept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11</a:t>
            </a:r>
            <a:endParaRPr lang="en-US" sz="900" dirty="0"/>
          </a:p>
        </p:txBody>
      </p:sp>
      <p:pic>
        <p:nvPicPr>
          <p:cNvPr id="8" name="Image 0" descr="/home/claude/img2/m051_s58_image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067" y="324477"/>
            <a:ext cx="4656924" cy="2386674"/>
          </a:xfrm>
          <a:prstGeom prst="rect">
            <a:avLst/>
          </a:prstGeom>
        </p:spPr>
      </p:pic>
      <p:pic>
        <p:nvPicPr>
          <p:cNvPr id="9" name="Image 1" descr="/home/claude/img2/m051_s59_image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87842"/>
            <a:ext cx="5275219" cy="2121942"/>
          </a:xfrm>
          <a:prstGeom prst="rect">
            <a:avLst/>
          </a:prstGeom>
        </p:spPr>
      </p:pic>
      <p:pic>
        <p:nvPicPr>
          <p:cNvPr id="10" name="Image 2" descr="/home/claude/img2/m051_s60_image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560" y="4270158"/>
            <a:ext cx="5375030" cy="198793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A04940-2AF0-718B-323A-B9366D427C40}"/>
              </a:ext>
            </a:extLst>
          </p:cNvPr>
          <p:cNvSpPr/>
          <p:nvPr/>
        </p:nvSpPr>
        <p:spPr>
          <a:xfrm>
            <a:off x="10150727" y="580509"/>
            <a:ext cx="355107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78ED25-E0EA-155F-928B-159470B6471D}"/>
              </a:ext>
            </a:extLst>
          </p:cNvPr>
          <p:cNvSpPr/>
          <p:nvPr/>
        </p:nvSpPr>
        <p:spPr>
          <a:xfrm>
            <a:off x="555423" y="2456159"/>
            <a:ext cx="355107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2386E1-DCEC-C539-642C-53CF679C7550}"/>
              </a:ext>
            </a:extLst>
          </p:cNvPr>
          <p:cNvSpPr/>
          <p:nvPr/>
        </p:nvSpPr>
        <p:spPr>
          <a:xfrm>
            <a:off x="10675991" y="4134041"/>
            <a:ext cx="355107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IN PRACTICE  ·  STEP 5  ·  VARIATIONS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the variations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12</a:t>
            </a:r>
            <a:endParaRPr lang="en-US" sz="900" dirty="0"/>
          </a:p>
        </p:txBody>
      </p:sp>
      <p:pic>
        <p:nvPicPr>
          <p:cNvPr id="8" name="Image 0" descr="/home/claude/img2/m051_s61_image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92" y="1188720"/>
            <a:ext cx="3887016" cy="2103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310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patterns</a:t>
            </a:r>
            <a:endParaRPr lang="en-US" sz="1400" dirty="0">
              <a:solidFill>
                <a:srgbClr val="0070C0"/>
              </a:solidFill>
            </a:endParaRPr>
          </a:p>
        </p:txBody>
      </p:sp>
      <p:pic>
        <p:nvPicPr>
          <p:cNvPr id="10" name="Image 1" descr="/home/claude/img2/m051_s62_image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778" y="1188720"/>
            <a:ext cx="2381547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45352" y="3310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Fiduciary tags (for added security, both phones would have to do it)</a:t>
            </a:r>
            <a:endParaRPr lang="en-US" sz="1400" dirty="0">
              <a:solidFill>
                <a:srgbClr val="0070C0"/>
              </a:solidFill>
            </a:endParaRPr>
          </a:p>
        </p:txBody>
      </p:sp>
      <p:pic>
        <p:nvPicPr>
          <p:cNvPr id="12" name="Image 2" descr="/home/claude/img2/m051_s63_image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38" y="3840480"/>
            <a:ext cx="3053523" cy="2103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59618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panorama</a:t>
            </a:r>
            <a:endParaRPr lang="en-US" sz="1400" dirty="0">
              <a:solidFill>
                <a:srgbClr val="0070C0"/>
              </a:solidFill>
            </a:endParaRPr>
          </a:p>
        </p:txBody>
      </p:sp>
      <p:pic>
        <p:nvPicPr>
          <p:cNvPr id="14" name="Image 3" descr="/home/claude/img2/m051_s64_image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531" y="3840480"/>
            <a:ext cx="3356043" cy="2103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45352" y="59618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picture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Synopsis of the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17995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234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many ideas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06824" y="12344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4581144" y="164592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763" y="17995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04104" y="1234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lot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56448" y="12344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2"/>
          <p:cNvSpPr/>
          <p:nvPr/>
        </p:nvSpPr>
        <p:spPr>
          <a:xfrm>
            <a:off x="8430768" y="164592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87" y="17995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53728" y="1234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good material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5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34911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good use of space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306824" y="29260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18"/>
          <p:cNvSpPr/>
          <p:nvPr/>
        </p:nvSpPr>
        <p:spPr>
          <a:xfrm>
            <a:off x="4581144" y="333756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763" y="349117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04104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legends/captions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156448" y="29260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1"/>
          <p:cNvSpPr/>
          <p:nvPr/>
        </p:nvSpPr>
        <p:spPr>
          <a:xfrm>
            <a:off x="8430768" y="333756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4387" y="349117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253728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sequences of user actions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457200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Shape 24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139" y="5182819"/>
            <a:ext cx="332842" cy="33284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554480" y="4617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4306824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Shape 27"/>
          <p:cNvSpPr/>
          <p:nvPr/>
        </p:nvSpPr>
        <p:spPr>
          <a:xfrm>
            <a:off x="4581144" y="502920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4763" y="5182819"/>
            <a:ext cx="332842" cy="33284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404104" y="4617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arrows</a:t>
            </a:r>
            <a:endParaRPr lang="en-US" sz="1800" dirty="0"/>
          </a:p>
        </p:txBody>
      </p:sp>
      <p:sp>
        <p:nvSpPr>
          <p:cNvPr id="39" name="Shape 29"/>
          <p:cNvSpPr/>
          <p:nvPr/>
        </p:nvSpPr>
        <p:spPr>
          <a:xfrm>
            <a:off x="8156448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Shape 30"/>
          <p:cNvSpPr/>
          <p:nvPr/>
        </p:nvSpPr>
        <p:spPr>
          <a:xfrm>
            <a:off x="8430768" y="502920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4387" y="5182819"/>
            <a:ext cx="332842" cy="33284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253728" y="4617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and evolve the ideas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But, before that you should…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8040189" y="3108960"/>
            <a:ext cx="391886" cy="1188720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6A4A13-8ABC-4D1E-6C7D-9F9F65B4D57F}"/>
              </a:ext>
            </a:extLst>
          </p:cNvPr>
          <p:cNvGrpSpPr/>
          <p:nvPr/>
        </p:nvGrpSpPr>
        <p:grpSpPr>
          <a:xfrm>
            <a:off x="7903029" y="3931920"/>
            <a:ext cx="3618411" cy="731520"/>
            <a:chOff x="7903029" y="3931920"/>
            <a:chExt cx="3618411" cy="731520"/>
          </a:xfrm>
        </p:grpSpPr>
        <p:sp>
          <p:nvSpPr>
            <p:cNvPr id="10" name="Shape 8"/>
            <p:cNvSpPr/>
            <p:nvPr/>
          </p:nvSpPr>
          <p:spPr>
            <a:xfrm>
              <a:off x="7903029" y="416052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314509" y="3931920"/>
              <a:ext cx="320693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Study the user, personas, technology</a:t>
              </a:r>
              <a:endParaRPr lang="en-US" sz="15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280160"/>
            <a:ext cx="609904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should do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can't do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rational arguments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evidence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is worth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personas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7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your market, then pick an example person (imaginary) for each segment:</a:t>
            </a:r>
            <a:endParaRPr lang="en-US" sz="17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E43535-5BE0-8C6A-4DE9-89498AEAB1CA}"/>
              </a:ext>
            </a:extLst>
          </p:cNvPr>
          <p:cNvGrpSpPr/>
          <p:nvPr/>
        </p:nvGrpSpPr>
        <p:grpSpPr>
          <a:xfrm>
            <a:off x="457200" y="1600200"/>
            <a:ext cx="5486400" cy="3931920"/>
            <a:chOff x="457200" y="1600200"/>
            <a:chExt cx="5486400" cy="3931920"/>
          </a:xfrm>
        </p:grpSpPr>
        <p:sp>
          <p:nvSpPr>
            <p:cNvPr id="9" name="Shape 6"/>
            <p:cNvSpPr/>
            <p:nvPr/>
          </p:nvSpPr>
          <p:spPr>
            <a:xfrm>
              <a:off x="457200" y="1600200"/>
              <a:ext cx="5486400" cy="3931920"/>
            </a:xfrm>
            <a:prstGeom prst="roundRect">
              <a:avLst>
                <a:gd name="adj" fmla="val 2326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pic>
          <p:nvPicPr>
            <p:cNvPr id="10" name="Image 0" descr="/home/claude/img2/avatar_mar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828800"/>
              <a:ext cx="1554480" cy="1554480"/>
            </a:xfrm>
            <a:prstGeom prst="rect">
              <a:avLst/>
            </a:prstGeom>
          </p:spPr>
        </p:pic>
        <p:sp>
          <p:nvSpPr>
            <p:cNvPr id="11" name="Text 7"/>
            <p:cNvSpPr txBox="1"/>
            <p:nvPr/>
          </p:nvSpPr>
          <p:spPr>
            <a:xfrm>
              <a:off x="2423160" y="1737360"/>
              <a:ext cx="3337560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22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Susana, 42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Teaches Portuguese and History at a school in Gaia. Two children. Likes to read about diets, and tries a new one every January.</a:t>
              </a:r>
              <a:endParaRPr lang="en-US" sz="22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731520" y="3566160"/>
              <a:ext cx="493776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keep track of what she eats without data entry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Frustration: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apps that ask for every ingredient, and small text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Technology: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her Android phone and WhatsApp, rarely a laptop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evenings on the sofa after marking tests, 20 minutes</a:t>
              </a:r>
              <a:endParaRPr lang="en-US" sz="15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A673A5-FF2F-8CF8-998F-48DB75CEA89F}"/>
              </a:ext>
            </a:extLst>
          </p:cNvPr>
          <p:cNvGrpSpPr/>
          <p:nvPr/>
        </p:nvGrpSpPr>
        <p:grpSpPr>
          <a:xfrm>
            <a:off x="6245352" y="1600200"/>
            <a:ext cx="5486400" cy="3931920"/>
            <a:chOff x="6245352" y="1600200"/>
            <a:chExt cx="5486400" cy="3931920"/>
          </a:xfrm>
        </p:grpSpPr>
        <p:sp>
          <p:nvSpPr>
            <p:cNvPr id="13" name="Shape 9"/>
            <p:cNvSpPr/>
            <p:nvPr/>
          </p:nvSpPr>
          <p:spPr>
            <a:xfrm>
              <a:off x="6245352" y="1600200"/>
              <a:ext cx="5486400" cy="3931920"/>
            </a:xfrm>
            <a:prstGeom prst="roundRect">
              <a:avLst>
                <a:gd name="adj" fmla="val 2326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pic>
          <p:nvPicPr>
            <p:cNvPr id="14" name="Image 1" descr="/home/claude/img2/avatar_abili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1828800"/>
              <a:ext cx="1554480" cy="1554480"/>
            </a:xfrm>
            <a:prstGeom prst="rect">
              <a:avLst/>
            </a:prstGeom>
          </p:spPr>
        </p:pic>
        <p:sp>
          <p:nvSpPr>
            <p:cNvPr id="15" name="Text 10"/>
            <p:cNvSpPr txBox="1"/>
            <p:nvPr/>
          </p:nvSpPr>
          <p:spPr>
            <a:xfrm>
              <a:off x="8211312" y="1737360"/>
              <a:ext cx="3337560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22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Rogério, 37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analyst at a retail company in Porto. Goes to the gym before work, three times a week.</a:t>
              </a:r>
              <a:endParaRPr lang="en-US" sz="2200" dirty="0"/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6519672" y="3566160"/>
              <a:ext cx="493776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see his progress at a glance, without stopping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Frustration: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watches with four buttons and hidden menus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Technology: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smartwatch, two monitors and spreadsheets all day</a:t>
              </a:r>
              <a:endParaRPr lang="en-US" sz="1500" dirty="0"/>
            </a:p>
            <a:p>
              <a:pPr marL="0" indent="0">
                <a:lnSpc>
                  <a:spcPct val="105000"/>
                </a:lnSpc>
                <a:spcAft>
                  <a:spcPts val="500"/>
                </a:spcAft>
                <a:buNone/>
              </a:pPr>
              <a:r>
                <a:rPr lang="en-US" sz="15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Context: </a:t>
              </a:r>
              <a:r>
                <a:rPr lang="en-US" sz="15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 the gym at 7:30, hands busy, earphones in</a:t>
              </a:r>
              <a:endParaRPr lang="en-US" sz="1500" dirty="0"/>
            </a:p>
          </p:txBody>
        </p:sp>
      </p:grpSp>
      <p:sp>
        <p:nvSpPr>
          <p:cNvPr id="17" name="Text 12"/>
          <p:cNvSpPr txBox="1"/>
          <p:nvPr/>
        </p:nvSpPr>
        <p:spPr>
          <a:xfrm>
            <a:off x="457200" y="56235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anyone left, between these two? Then you need more personas (3 or 4 at most)</a:t>
            </a:r>
            <a:endParaRPr lang="en-US" sz="1500" dirty="0"/>
          </a:p>
          <a:p>
            <a:pPr marL="203200" indent="-203200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and tests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they will behave with the product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which background knowledge they have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Rationalise the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8025819" y="3108960"/>
            <a:ext cx="406256" cy="1187832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0CBDE3-706B-5C00-4550-05C9B0331106}"/>
              </a:ext>
            </a:extLst>
          </p:cNvPr>
          <p:cNvGrpSpPr/>
          <p:nvPr/>
        </p:nvGrpSpPr>
        <p:grpSpPr>
          <a:xfrm>
            <a:off x="7707086" y="4249223"/>
            <a:ext cx="3814354" cy="1008577"/>
            <a:chOff x="7707086" y="4249223"/>
            <a:chExt cx="3814354" cy="100857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6A1D2DC0-38A3-299F-E587-B8FF5BAC8D1F}"/>
                </a:ext>
              </a:extLst>
            </p:cNvPr>
            <p:cNvSpPr/>
            <p:nvPr/>
          </p:nvSpPr>
          <p:spPr>
            <a:xfrm flipV="1">
              <a:off x="7848287" y="4249223"/>
              <a:ext cx="195072" cy="608712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Shape 8"/>
            <p:cNvSpPr/>
            <p:nvPr/>
          </p:nvSpPr>
          <p:spPr>
            <a:xfrm>
              <a:off x="7707086" y="475488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118566" y="4526280"/>
              <a:ext cx="3402874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Gather data, aggregate results, conclude</a:t>
              </a:r>
              <a:endParaRPr lang="en-US" sz="15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280160"/>
            <a:ext cx="6099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Hence, evidence must be gathered and organised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evidence from those who know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834640" cy="731520"/>
          </a:xfrm>
          <a:prstGeom prst="roundRect">
            <a:avLst>
              <a:gd name="adj" fmla="val 62500"/>
            </a:avLst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a lot of data!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429000" y="4069080"/>
            <a:ext cx="731520" cy="457200"/>
          </a:xfrm>
          <a:prstGeom prst="rightArrow">
            <a:avLst/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2240280" cy="731520"/>
          </a:xfrm>
          <a:prstGeom prst="roundRect">
            <a:avLst>
              <a:gd name="adj" fmla="val 625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 txBox="1"/>
          <p:nvPr/>
        </p:nvSpPr>
        <p:spPr>
          <a:xfrm>
            <a:off x="429768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029200"/>
            <a:ext cx="6099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stakeholders and surveys, aggregate the results, draw conclusions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data, which stakeholders?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flipV="1">
            <a:off x="7829877" y="3108960"/>
            <a:ext cx="602197" cy="1782636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 txBox="1"/>
          <p:nvPr/>
        </p:nvSpPr>
        <p:spPr>
          <a:xfrm>
            <a:off x="8118566" y="4526280"/>
            <a:ext cx="3402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data, aggregate results, conclude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7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280160"/>
            <a:ext cx="60990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subject!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Internet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people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proactive!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566160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allow you: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5486400" cy="566928"/>
          </a:xfrm>
          <a:prstGeom prst="roundRect">
            <a:avLst>
              <a:gd name="adj" fmla="val 80645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better understand the context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31520" y="4754880"/>
            <a:ext cx="5486400" cy="566928"/>
          </a:xfrm>
          <a:prstGeom prst="roundRect">
            <a:avLst>
              <a:gd name="adj" fmla="val 80645"/>
            </a:avLst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26" name="Text 23"/>
          <p:cNvSpPr txBox="1"/>
          <p:nvPr/>
        </p:nvSpPr>
        <p:spPr>
          <a:xfrm>
            <a:off x="731520" y="47548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better understand the problems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005840" y="5486400"/>
            <a:ext cx="5486400" cy="566928"/>
          </a:xfrm>
          <a:prstGeom prst="roundRect">
            <a:avLst>
              <a:gd name="adj" fmla="val 80645"/>
            </a:avLst>
          </a:prstGeom>
          <a:solidFill>
            <a:srgbClr val="5B93C9"/>
          </a:solidFill>
          <a:ln w="12700">
            <a:solidFill>
              <a:srgbClr val="5B93C9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28" name="Text 25"/>
          <p:cNvSpPr txBox="1"/>
          <p:nvPr/>
        </p:nvSpPr>
        <p:spPr>
          <a:xfrm>
            <a:off x="1005840" y="54864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establish priorities in solving the problem</a:t>
            </a:r>
            <a:endParaRPr lang="en-US" sz="20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C6CEC0D-94F8-71EB-75C9-2513EA29698F}"/>
              </a:ext>
            </a:extLst>
          </p:cNvPr>
          <p:cNvGrpSpPr/>
          <p:nvPr/>
        </p:nvGrpSpPr>
        <p:grpSpPr>
          <a:xfrm>
            <a:off x="7511143" y="4891596"/>
            <a:ext cx="4010297" cy="960564"/>
            <a:chOff x="7511143" y="4891596"/>
            <a:chExt cx="4010297" cy="960564"/>
          </a:xfrm>
        </p:grpSpPr>
        <p:sp>
          <p:nvSpPr>
            <p:cNvPr id="12" name="Text 9"/>
            <p:cNvSpPr txBox="1"/>
            <p:nvPr/>
          </p:nvSpPr>
          <p:spPr>
            <a:xfrm>
              <a:off x="7922623" y="5120640"/>
              <a:ext cx="3598817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Exploratory studies, stakeholders, milestones</a:t>
              </a:r>
              <a:endParaRPr lang="en-US" sz="1500" dirty="0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65FB2C63-ADDF-03BE-9204-31C88E4ACFE5}"/>
                </a:ext>
              </a:extLst>
            </p:cNvPr>
            <p:cNvSpPr/>
            <p:nvPr/>
          </p:nvSpPr>
          <p:spPr>
            <a:xfrm flipV="1">
              <a:off x="7626319" y="4891596"/>
              <a:ext cx="217927" cy="603686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Shape 8"/>
            <p:cNvSpPr/>
            <p:nvPr/>
          </p:nvSpPr>
          <p:spPr>
            <a:xfrm>
              <a:off x="7511143" y="534924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3" name="Shape 10"/>
          <p:cNvSpPr/>
          <p:nvPr/>
        </p:nvSpPr>
        <p:spPr>
          <a:xfrm>
            <a:off x="7707086" y="475488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Hence, to understand 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16623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12801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stakeholders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51460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9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8968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25146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more information (several sources)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413125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3749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problem with the other group members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457200" y="498348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5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536569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37360" y="4983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pros and cons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capable of doing and what you aren't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93BFEB">
              <a:alpha val="18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93BFEB">
              <a:alpha val="30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19</a:t>
            </a:r>
            <a:endParaRPr lang="en-US" sz="900" dirty="0"/>
          </a:p>
        </p:txBody>
      </p:sp>
      <p:pic>
        <p:nvPicPr>
          <p:cNvPr id="10" name="Image 0" descr="/home/claude/img2/m03_s12_image2_crop.png"/>
          <p:cNvPicPr>
            <a:picLocks noChangeAspect="1"/>
          </p:cNvPicPr>
          <p:nvPr/>
        </p:nvPicPr>
        <p:blipFill>
          <a:blip r:embed="rId3"/>
          <a:srcRect r="1821"/>
          <a:stretch>
            <a:fillRect/>
          </a:stretch>
        </p:blipFill>
        <p:spPr>
          <a:xfrm>
            <a:off x="4497317" y="19087"/>
            <a:ext cx="7665092" cy="6230793"/>
          </a:xfrm>
          <a:prstGeom prst="rect">
            <a:avLst/>
          </a:prstGeom>
        </p:spPr>
      </p:pic>
      <p:sp>
        <p:nvSpPr>
          <p:cNvPr id="8" name="Text 6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now you should be getting the “picture”…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371600"/>
            <a:ext cx="487916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do?</a:t>
            </a:r>
            <a:endParaRPr lang="en-US" sz="2000" dirty="0"/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Yoda: </a:t>
            </a:r>
            <a:r>
              <a:rPr lang="en-US" sz="2000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information look</a:t>
            </a: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2000" dirty="0"/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Yoda: </a:t>
            </a:r>
            <a:r>
              <a:rPr lang="en-US" sz="2000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information, there where is</a:t>
            </a: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know the information is right and accurate?</a:t>
            </a:r>
            <a:endParaRPr lang="en-US" sz="2000" dirty="0"/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Yoda: </a:t>
            </a:r>
            <a:r>
              <a:rPr lang="en-US" sz="2000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know</a:t>
            </a: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start?</a:t>
            </a:r>
            <a:endParaRPr lang="en-US" sz="2000" dirty="0"/>
          </a:p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Yoda: </a:t>
            </a:r>
            <a:r>
              <a:rPr lang="en-US" sz="2000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 is to start</a:t>
            </a: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001650" y="5443087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Yoda: </a:t>
            </a:r>
            <a:r>
              <a:rPr lang="en-US" sz="30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hmmm…</a:t>
            </a:r>
            <a:endParaRPr lang="en-US" sz="3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7633934" y="3108960"/>
            <a:ext cx="798140" cy="2377440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87FD07-6B82-CB91-0612-E9EA0C1DD372}"/>
              </a:ext>
            </a:extLst>
          </p:cNvPr>
          <p:cNvGrpSpPr/>
          <p:nvPr/>
        </p:nvGrpSpPr>
        <p:grpSpPr>
          <a:xfrm>
            <a:off x="7315200" y="5481073"/>
            <a:ext cx="4206240" cy="965447"/>
            <a:chOff x="7315200" y="5481073"/>
            <a:chExt cx="4206240" cy="96544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34D09B1A-D350-7264-9BDC-09E90F4E4721}"/>
                </a:ext>
              </a:extLst>
            </p:cNvPr>
            <p:cNvSpPr/>
            <p:nvPr/>
          </p:nvSpPr>
          <p:spPr>
            <a:xfrm flipV="1">
              <a:off x="7452360" y="5481073"/>
              <a:ext cx="195072" cy="609600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0" y="594360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7726680" y="5715000"/>
              <a:ext cx="37947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 formation</a:t>
              </a:r>
              <a:endParaRPr lang="en-US" sz="15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7511143" y="534924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7922623" y="5120640"/>
            <a:ext cx="35988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studies, stakeholders, milestones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07086" y="475488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118566" y="4526280"/>
            <a:ext cx="3402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data, aggregate results, conclude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1234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F4EBD3"/>
          </a:solidFill>
          <a:ln w="12700">
            <a:solidFill>
              <a:srgbClr val="F4EB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 txBox="1"/>
          <p:nvPr/>
        </p:nvSpPr>
        <p:spPr>
          <a:xfrm>
            <a:off x="45720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3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waste time!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965960"/>
            <a:ext cx="609904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value to the team (different people)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have the motivation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there are at least two communication channels between all: peer-to-peer and broadcast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agile ways to hold useful team meetings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tasks, systematically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the group on individual findings before each milestone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course: the team leader rotates every session (Module 01)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model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8666" y="1119026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468666" y="111902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83266" y="1119026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 txBox="1"/>
          <p:nvPr/>
        </p:nvSpPr>
        <p:spPr>
          <a:xfrm>
            <a:off x="3257586" y="111902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you have to 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8666" y="1969418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 txBox="1"/>
          <p:nvPr/>
        </p:nvSpPr>
        <p:spPr>
          <a:xfrm>
            <a:off x="468666" y="196941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83266" y="1969418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 txBox="1"/>
          <p:nvPr/>
        </p:nvSpPr>
        <p:spPr>
          <a:xfrm>
            <a:off x="3257586" y="1969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models for solutions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8666" y="281981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 txBox="1"/>
          <p:nvPr/>
        </p:nvSpPr>
        <p:spPr>
          <a:xfrm>
            <a:off x="468666" y="281981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983266" y="2819810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 txBox="1"/>
          <p:nvPr/>
        </p:nvSpPr>
        <p:spPr>
          <a:xfrm>
            <a:off x="3257586" y="281981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each model (make it fast!)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8666" y="3670202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 txBox="1"/>
          <p:nvPr/>
        </p:nvSpPr>
        <p:spPr>
          <a:xfrm>
            <a:off x="468666" y="367020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983266" y="3670202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 txBox="1"/>
          <p:nvPr/>
        </p:nvSpPr>
        <p:spPr>
          <a:xfrm>
            <a:off x="3257586" y="367020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model using text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8666" y="4520594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B3541E"/>
          </a:solidFill>
          <a:ln w="12700">
            <a:solidFill>
              <a:srgbClr val="B354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 txBox="1"/>
          <p:nvPr/>
        </p:nvSpPr>
        <p:spPr>
          <a:xfrm>
            <a:off x="468666" y="452059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83266" y="4520594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F7E6DC"/>
          </a:solidFill>
          <a:ln w="12700">
            <a:solidFill>
              <a:srgbClr val="F7E6D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 txBox="1"/>
          <p:nvPr/>
        </p:nvSpPr>
        <p:spPr>
          <a:xfrm>
            <a:off x="3257586" y="452059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models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8666" y="5370986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B3541E"/>
          </a:solidFill>
          <a:ln w="12700">
            <a:solidFill>
              <a:srgbClr val="B354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 txBox="1"/>
          <p:nvPr/>
        </p:nvSpPr>
        <p:spPr>
          <a:xfrm>
            <a:off x="468666" y="537098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983266" y="5370986"/>
            <a:ext cx="8759952" cy="713232"/>
          </a:xfrm>
          <a:prstGeom prst="roundRect">
            <a:avLst>
              <a:gd name="adj" fmla="val 12821"/>
            </a:avLst>
          </a:prstGeom>
          <a:solidFill>
            <a:srgbClr val="F7E6DC"/>
          </a:solidFill>
          <a:ln w="12700">
            <a:solidFill>
              <a:srgbClr val="F7E6D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 txBox="1"/>
          <p:nvPr/>
        </p:nvSpPr>
        <p:spPr>
          <a:xfrm>
            <a:off x="3257586" y="537098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most promising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935330" y="6196789"/>
            <a:ext cx="8593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produce candidate models, two to select and refine them. Then back to Sketch.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A6E33C04-880E-0A8B-6D78-099B6BEE5342}"/>
              </a:ext>
            </a:extLst>
          </p:cNvPr>
          <p:cNvSpPr/>
          <p:nvPr/>
        </p:nvSpPr>
        <p:spPr>
          <a:xfrm>
            <a:off x="162387" y="3132711"/>
            <a:ext cx="306279" cy="2560320"/>
          </a:xfrm>
          <a:prstGeom prst="leftBracket">
            <a:avLst>
              <a:gd name="adj" fmla="val 109783"/>
            </a:avLst>
          </a:prstGeom>
          <a:ln w="28575">
            <a:solidFill>
              <a:schemeClr val="tx2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the conceptual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16623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12801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evaluation grids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model, one column per criterion, one grid per evaluator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12" name="Shape 9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8968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37360" y="25146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evaluators, the better. The more different they are, the better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from other groups know the domain: that is what makes the critique informed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16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41312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749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scales for the evaluations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neutral evaluations: use an even number of levels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57200" y="498348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sp>
        <p:nvSpPr>
          <p:cNvPr id="20" name="Shape 15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 sz="20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53656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983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heuristics for value aggregation in the grids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individual scores become the group's decision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models for HCI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7452360" y="3108960"/>
            <a:ext cx="979714" cy="2971800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7315200" y="59436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 txBox="1"/>
          <p:nvPr/>
        </p:nvSpPr>
        <p:spPr>
          <a:xfrm>
            <a:off x="7726680" y="5715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formation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11143" y="534924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7922623" y="5120640"/>
            <a:ext cx="35988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studies, stakeholders, milestones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07086" y="475488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118566" y="4526280"/>
            <a:ext cx="3402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data, aggregate results, conclude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1280160"/>
            <a:ext cx="60990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ideas create the associated conceptual models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ideas through sketches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your ideas (use the 10x10 method)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the best idea and improve it using sketches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your “maximum” (sketch + text)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6099048" cy="822960"/>
          </a:xfrm>
          <a:prstGeom prst="roundRect">
            <a:avLst>
              <a:gd name="adj" fmla="val 11111"/>
            </a:avLst>
          </a:prstGeom>
          <a:solidFill>
            <a:srgbClr val="F4EBD3"/>
          </a:solidFill>
          <a:ln w="12700">
            <a:solidFill>
              <a:srgbClr val="F4EB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 txBox="1"/>
          <p:nvPr/>
        </p:nvSpPr>
        <p:spPr>
          <a:xfrm>
            <a:off x="640080" y="5212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53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process, you should have a lot of evidence to provide!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your product!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7452360" y="3071674"/>
            <a:ext cx="973183" cy="3009086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7315200" y="59436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 txBox="1"/>
          <p:nvPr/>
        </p:nvSpPr>
        <p:spPr>
          <a:xfrm>
            <a:off x="7726680" y="5715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formation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11143" y="534924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7922623" y="5120640"/>
            <a:ext cx="35988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studies, stakeholders, milestones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07086" y="475488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118566" y="4526280"/>
            <a:ext cx="3402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data, aggregate results, conclude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280160"/>
            <a:ext cx="60990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evaluation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assessing a prototype!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assessing a concept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objective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measurable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57039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course: cognitive walkthrough on the sketches, heuristic evaluation on the wireframes, usability tests on the prototype. Each one needs missions written as task flows (next slide).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A96FF1-2BB9-D863-CBA1-82485306DA25}"/>
              </a:ext>
            </a:extLst>
          </p:cNvPr>
          <p:cNvGrpSpPr/>
          <p:nvPr/>
        </p:nvGrpSpPr>
        <p:grpSpPr>
          <a:xfrm>
            <a:off x="8407657" y="2148840"/>
            <a:ext cx="3113783" cy="1001320"/>
            <a:chOff x="8407657" y="2148840"/>
            <a:chExt cx="3113783" cy="1001320"/>
          </a:xfrm>
        </p:grpSpPr>
        <p:sp>
          <p:nvSpPr>
            <p:cNvPr id="23" name="Text 21"/>
            <p:cNvSpPr txBox="1"/>
            <p:nvPr/>
          </p:nvSpPr>
          <p:spPr>
            <a:xfrm>
              <a:off x="8902337" y="2148840"/>
              <a:ext cx="2619103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Usability evaluation</a:t>
              </a:r>
              <a:endParaRPr lang="en-US" sz="1500" dirty="0"/>
            </a:p>
          </p:txBody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A097B9F0-BE33-EE57-AC8D-F6E3C4D98F48}"/>
                </a:ext>
              </a:extLst>
            </p:cNvPr>
            <p:cNvSpPr/>
            <p:nvPr/>
          </p:nvSpPr>
          <p:spPr>
            <a:xfrm flipV="1">
              <a:off x="8407657" y="2464360"/>
              <a:ext cx="226641" cy="685800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Shape 20"/>
            <p:cNvSpPr/>
            <p:nvPr/>
          </p:nvSpPr>
          <p:spPr>
            <a:xfrm>
              <a:off x="8490857" y="237744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0" name="Shape 18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flows: how to write the missions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34440"/>
            <a:ext cx="6099048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flow is one goal and the sequence of steps a user takes to reach it</a:t>
            </a:r>
            <a:endParaRPr lang="en-US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step: what the user does, what the system shows</a:t>
            </a:r>
            <a:endParaRPr lang="en-US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the user's goal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the interface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“release anchor 3”, not “click the anchor button”</a:t>
            </a:r>
            <a:endParaRPr lang="en-US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owner writes the flows for the complex functions of their panel</a:t>
            </a:r>
            <a:endParaRPr lang="en-US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flows become the missions of the </a:t>
            </a:r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walkthrough </a:t>
            </a:r>
            <a:r>
              <a:rPr lang="en-US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of the usability tests: evaluators follow them step by step and score each step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646119-8F27-6C76-E998-BC7AB8607E11}"/>
              </a:ext>
            </a:extLst>
          </p:cNvPr>
          <p:cNvGrpSpPr/>
          <p:nvPr/>
        </p:nvGrpSpPr>
        <p:grpSpPr>
          <a:xfrm>
            <a:off x="7040880" y="1234440"/>
            <a:ext cx="4690872" cy="5074920"/>
            <a:chOff x="7040880" y="1234440"/>
            <a:chExt cx="4690872" cy="5074920"/>
          </a:xfrm>
        </p:grpSpPr>
        <p:sp>
          <p:nvSpPr>
            <p:cNvPr id="9" name="Shape 6"/>
            <p:cNvSpPr/>
            <p:nvPr/>
          </p:nvSpPr>
          <p:spPr>
            <a:xfrm>
              <a:off x="7040880" y="1234440"/>
              <a:ext cx="4690872" cy="5074920"/>
            </a:xfrm>
            <a:prstGeom prst="roundRect">
              <a:avLst>
                <a:gd name="adj" fmla="val 1949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  <p:txBody>
            <a:bodyPr/>
            <a:lstStyle/>
            <a:p>
              <a:endParaRPr lang="pt-PT" sz="240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7269480" y="1371600"/>
              <a:ext cx="4297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2A5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(monitoring panel)</a:t>
              </a:r>
              <a:endParaRPr lang="en-US" sz="2400" dirty="0"/>
            </a:p>
          </p:txBody>
        </p:sp>
        <p:sp>
          <p:nvSpPr>
            <p:cNvPr id="11" name="Text 8"/>
            <p:cNvSpPr txBox="1"/>
            <p:nvPr/>
          </p:nvSpPr>
          <p:spPr>
            <a:xfrm>
              <a:off x="7269480" y="1828800"/>
              <a:ext cx="4297680" cy="438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Goal: </a:t>
              </a:r>
              <a:r>
                <a:rPr lang="en-US" sz="2000" i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check why anchor 3 is not holding and release its cable</a:t>
              </a:r>
              <a:endParaRPr lang="en-US" sz="2000" i="1" dirty="0"/>
            </a:p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Notice the alert on the stability panel</a:t>
              </a:r>
              <a:endParaRPr lang="en-US" sz="2000" dirty="0"/>
            </a:p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Open the detail of anchor 3</a:t>
              </a:r>
              <a:endParaRPr lang="en-US" sz="2000" dirty="0"/>
            </a:p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Read tension and depth</a:t>
              </a:r>
              <a:endParaRPr lang="en-US" sz="2000" dirty="0"/>
            </a:p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Choose “release cable”</a:t>
              </a:r>
              <a:endParaRPr lang="en-US" sz="2000" dirty="0"/>
            </a:p>
            <a:p>
              <a:pPr marL="0" indent="0">
                <a:lnSpc>
                  <a:spcPct val="110000"/>
                </a:lnSpc>
                <a:spcAft>
                  <a:spcPts val="800"/>
                </a:spcAft>
                <a:buNone/>
              </a:pP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Confirm and see the tension drop</a:t>
              </a:r>
              <a:endParaRPr lang="en-US" sz="2000" dirty="0"/>
            </a:p>
            <a:p>
              <a:pPr marL="0" indent="0">
                <a:lnSpc>
                  <a:spcPct val="110000"/>
                </a:lnSpc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Success: </a:t>
              </a:r>
              <a:r>
                <a:rPr lang="en-US" sz="2000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alert clears within the mission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your work and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4690872" cy="5349240"/>
          </a:xfrm>
          <a:prstGeom prst="roundRect">
            <a:avLst>
              <a:gd name="adj" fmla="val 194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 txBox="1"/>
          <p:nvPr/>
        </p:nvSpPr>
        <p:spPr>
          <a:xfrm>
            <a:off x="7269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so 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7452360" y="2503501"/>
            <a:ext cx="1169927" cy="3577257"/>
          </a:xfrm>
          <a:prstGeom prst="line">
            <a:avLst/>
          </a:prstGeom>
          <a:noFill/>
          <a:ln w="25400">
            <a:solidFill>
              <a:srgbClr val="B9CFE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7315200" y="59436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 txBox="1"/>
          <p:nvPr/>
        </p:nvSpPr>
        <p:spPr>
          <a:xfrm>
            <a:off x="7726680" y="5715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formation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11143" y="534924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 txBox="1"/>
          <p:nvPr/>
        </p:nvSpPr>
        <p:spPr>
          <a:xfrm>
            <a:off x="7922623" y="5120640"/>
            <a:ext cx="35988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studies, stakeholders, milestones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07086" y="475488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8118566" y="4526280"/>
            <a:ext cx="3402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data, aggregate results, conclude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3029" y="416052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 txBox="1"/>
          <p:nvPr/>
        </p:nvSpPr>
        <p:spPr>
          <a:xfrm>
            <a:off x="8314509" y="3931920"/>
            <a:ext cx="3206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user, personas, technology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8971" y="356616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 txBox="1"/>
          <p:nvPr/>
        </p:nvSpPr>
        <p:spPr>
          <a:xfrm>
            <a:off x="8510451" y="3337560"/>
            <a:ext cx="30109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models, decisions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94914" y="297180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 txBox="1"/>
          <p:nvPr/>
        </p:nvSpPr>
        <p:spPr>
          <a:xfrm>
            <a:off x="8706394" y="2743200"/>
            <a:ext cx="28150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02337" y="2148840"/>
            <a:ext cx="26191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evaluation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1155868"/>
            <a:ext cx="6099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outputs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1783080"/>
            <a:ext cx="609904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(to be presented)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report (to be submitted)</a:t>
            </a:r>
            <a:endParaRPr lang="en-US" sz="24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the work done in each stage</a:t>
            </a:r>
            <a:endParaRPr lang="en-US" sz="24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folder!</a:t>
            </a:r>
            <a:endParaRPr lang="en-US" sz="24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Sketches, diagrams and graphs, text, colour</a:t>
            </a:r>
            <a:endParaRPr lang="en-US" sz="24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course: gather the evidence of every phase, and the before/after of each evaluation with the reason for the change</a:t>
            </a:r>
            <a:endParaRPr lang="en-US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559297-4271-4DD8-61A9-DF7EC46A8B5F}"/>
              </a:ext>
            </a:extLst>
          </p:cNvPr>
          <p:cNvGrpSpPr/>
          <p:nvPr/>
        </p:nvGrpSpPr>
        <p:grpSpPr>
          <a:xfrm>
            <a:off x="8621883" y="1554480"/>
            <a:ext cx="2899557" cy="965851"/>
            <a:chOff x="8621883" y="1554480"/>
            <a:chExt cx="2899557" cy="965851"/>
          </a:xfrm>
        </p:grpSpPr>
        <p:sp>
          <p:nvSpPr>
            <p:cNvPr id="25" name="Text 23"/>
            <p:cNvSpPr txBox="1"/>
            <p:nvPr/>
          </p:nvSpPr>
          <p:spPr>
            <a:xfrm>
              <a:off x="9098280" y="1554480"/>
              <a:ext cx="24231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</a:t>
              </a:r>
              <a:endParaRPr lang="en-US" sz="1500" dirty="0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4F447609-F70A-6734-AF0E-C49E65CF7CE7}"/>
                </a:ext>
              </a:extLst>
            </p:cNvPr>
            <p:cNvSpPr/>
            <p:nvPr/>
          </p:nvSpPr>
          <p:spPr>
            <a:xfrm flipV="1">
              <a:off x="8621883" y="1922327"/>
              <a:ext cx="198807" cy="598004"/>
            </a:xfrm>
            <a:prstGeom prst="line">
              <a:avLst/>
            </a:prstGeom>
            <a:noFill/>
            <a:ln w="25400">
              <a:solidFill>
                <a:srgbClr val="B9CFE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Shape 22"/>
            <p:cNvSpPr/>
            <p:nvPr/>
          </p:nvSpPr>
          <p:spPr>
            <a:xfrm>
              <a:off x="8686800" y="1783080"/>
              <a:ext cx="274320" cy="27432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2" name="Shape 20"/>
          <p:cNvSpPr/>
          <p:nvPr/>
        </p:nvSpPr>
        <p:spPr>
          <a:xfrm>
            <a:off x="8490857" y="2377440"/>
            <a:ext cx="274320" cy="274320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086100"/>
            <a:ext cx="11274552" cy="33604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11274552" cy="1988820"/>
          </a:xfrm>
          <a:prstGeom prst="rect">
            <a:avLst/>
          </a:prstGeom>
          <a:solidFill>
            <a:srgbClr val="F4EBD3"/>
          </a:solidFill>
          <a:ln w="12700">
            <a:solidFill>
              <a:srgbClr val="F4EB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457200" y="3086100"/>
            <a:ext cx="11274552" cy="0"/>
          </a:xfrm>
          <a:prstGeom prst="line">
            <a:avLst/>
          </a:prstGeom>
          <a:noFill/>
          <a:ln w="31750">
            <a:solidFill>
              <a:srgbClr val="1B3A5C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 txBox="1"/>
          <p:nvPr/>
        </p:nvSpPr>
        <p:spPr>
          <a:xfrm>
            <a:off x="640080" y="31592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R1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report + mid-term presentation (TBC)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170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PR2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second report + final presentation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flipV="1">
            <a:off x="1115568" y="1371600"/>
            <a:ext cx="6400800" cy="4800600"/>
          </a:xfrm>
          <a:prstGeom prst="line">
            <a:avLst/>
          </a:prstGeom>
          <a:noFill/>
          <a:ln w="381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1"/>
          <p:cNvSpPr/>
          <p:nvPr/>
        </p:nvSpPr>
        <p:spPr>
          <a:xfrm>
            <a:off x="914400" y="59710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 txBox="1"/>
          <p:nvPr/>
        </p:nvSpPr>
        <p:spPr>
          <a:xfrm>
            <a:off x="1453896" y="5806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team formation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828800" y="52852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 txBox="1"/>
          <p:nvPr/>
        </p:nvSpPr>
        <p:spPr>
          <a:xfrm>
            <a:off x="2368296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studies + define stakeholders + establish milestones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743200" y="45994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 txBox="1"/>
          <p:nvPr/>
        </p:nvSpPr>
        <p:spPr>
          <a:xfrm>
            <a:off x="3282696" y="4434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stakeholders + surveys/inquiries + aggregate results + draw conclusions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657600" y="39136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 txBox="1"/>
          <p:nvPr/>
        </p:nvSpPr>
        <p:spPr>
          <a:xfrm>
            <a:off x="4197096" y="3749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“user” + create personas + study the technology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0" y="32278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 txBox="1"/>
          <p:nvPr/>
        </p:nvSpPr>
        <p:spPr>
          <a:xfrm>
            <a:off x="5111496" y="3063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design concept models + make decisions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86400" y="25420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2"/>
          <p:cNvSpPr txBox="1"/>
          <p:nvPr/>
        </p:nvSpPr>
        <p:spPr>
          <a:xfrm>
            <a:off x="6025896" y="2377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400800" y="18562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4"/>
          <p:cNvSpPr txBox="1"/>
          <p:nvPr/>
        </p:nvSpPr>
        <p:spPr>
          <a:xfrm>
            <a:off x="6940296" y="169164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evaluation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315200" y="1170432"/>
            <a:ext cx="402336" cy="402336"/>
          </a:xfrm>
          <a:prstGeom prst="ellipse">
            <a:avLst/>
          </a:prstGeom>
          <a:solidFill>
            <a:srgbClr val="93BF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6"/>
          <p:cNvSpPr txBox="1"/>
          <p:nvPr/>
        </p:nvSpPr>
        <p:spPr>
          <a:xfrm>
            <a:off x="7854696" y="1005840"/>
            <a:ext cx="3849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93BFEB">
              <a:alpha val="18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93BFEB">
              <a:alpha val="30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28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Situations from last years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i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and solutions from the students</a:t>
            </a:r>
            <a:r>
              <a:rPr lang="en-US" sz="1800" i="1" dirty="0">
                <a:solidFill>
                  <a:srgbClr val="93B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EXAMPLE FROM A PREVIOUS YEAR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of decomposition: the offshore wind turbine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29</a:t>
            </a:r>
            <a:endParaRPr lang="en-US" sz="900" dirty="0"/>
          </a:p>
        </p:txBody>
      </p:sp>
      <p:pic>
        <p:nvPicPr>
          <p:cNvPr id="8" name="Image 0" descr="/home/claude/img2/m04_s09_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335024"/>
            <a:ext cx="2999630" cy="3017520"/>
          </a:xfrm>
          <a:prstGeom prst="rect">
            <a:avLst/>
          </a:prstGeom>
        </p:spPr>
      </p:pic>
      <p:pic>
        <p:nvPicPr>
          <p:cNvPr id="9" name="Image 1" descr="/home/claude/img2/m04_s09_image19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232" y="1188719"/>
            <a:ext cx="2583292" cy="3335145"/>
          </a:xfrm>
          <a:prstGeom prst="rect">
            <a:avLst/>
          </a:prstGeom>
        </p:spPr>
      </p:pic>
      <p:pic>
        <p:nvPicPr>
          <p:cNvPr id="10" name="Image 2" descr="/home/claude/img2/m04_s09_image2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906" y="1335024"/>
            <a:ext cx="2951827" cy="3017520"/>
          </a:xfrm>
          <a:prstGeom prst="rect">
            <a:avLst/>
          </a:prstGeom>
        </p:spPr>
      </p:pic>
      <p:pic>
        <p:nvPicPr>
          <p:cNvPr id="11" name="Image 3" descr="/home/claude/img2/m04_s09_image20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0034" y="4663440"/>
            <a:ext cx="3167132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problem to the first sketches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30</a:t>
            </a:r>
            <a:endParaRPr lang="en-US" sz="900" dirty="0"/>
          </a:p>
        </p:txBody>
      </p:sp>
      <p:pic>
        <p:nvPicPr>
          <p:cNvPr id="7" name="Image 0" descr="/home/claude/img2/m04_s10_image24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59" y="1143000"/>
            <a:ext cx="3368643" cy="5257800"/>
          </a:xfrm>
          <a:prstGeom prst="rect">
            <a:avLst/>
          </a:prstGeom>
        </p:spPr>
      </p:pic>
      <p:pic>
        <p:nvPicPr>
          <p:cNvPr id="8" name="Image 1" descr="/home/claude/img2/m04_s10_image23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051871" y="1143000"/>
            <a:ext cx="354417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31</a:t>
            </a:r>
            <a:endParaRPr lang="en-US" sz="9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F7AD25-9FFE-9350-4167-1D77A6D3EBD4}"/>
              </a:ext>
            </a:extLst>
          </p:cNvPr>
          <p:cNvGrpSpPr/>
          <p:nvPr/>
        </p:nvGrpSpPr>
        <p:grpSpPr>
          <a:xfrm>
            <a:off x="226381" y="5733199"/>
            <a:ext cx="3355848" cy="384936"/>
            <a:chOff x="457200" y="273432"/>
            <a:chExt cx="3355848" cy="384936"/>
          </a:xfrm>
        </p:grpSpPr>
        <p:sp>
          <p:nvSpPr>
            <p:cNvPr id="8" name="Shape 5"/>
            <p:cNvSpPr/>
            <p:nvPr/>
          </p:nvSpPr>
          <p:spPr>
            <a:xfrm>
              <a:off x="457200" y="274320"/>
              <a:ext cx="3291840" cy="384048"/>
            </a:xfrm>
            <a:prstGeom prst="roundRect">
              <a:avLst>
                <a:gd name="adj" fmla="val 119048"/>
              </a:avLst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521208" y="273432"/>
              <a:ext cx="3291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Whiteboard, previous year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03120" cy="475488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1463040" cy="146304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088490"/>
            <a:ext cx="760781" cy="76078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3474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 a geração de eletricidade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50058" y="1371600"/>
            <a:ext cx="2103120" cy="475488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0"/>
          <p:cNvSpPr/>
          <p:nvPr/>
        </p:nvSpPr>
        <p:spPr>
          <a:xfrm>
            <a:off x="3070098" y="1737360"/>
            <a:ext cx="1463040" cy="146304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228" y="2088490"/>
            <a:ext cx="760781" cy="76078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32938" y="3474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âncoras e recolher âncoras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1309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042916" y="1371600"/>
            <a:ext cx="2103120" cy="475488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4"/>
          <p:cNvSpPr/>
          <p:nvPr/>
        </p:nvSpPr>
        <p:spPr>
          <a:xfrm>
            <a:off x="5362956" y="1737360"/>
            <a:ext cx="1463040" cy="146304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086" y="2088490"/>
            <a:ext cx="760781" cy="76078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25796" y="3474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Estabilizar a plataforma com as âncoras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5059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335774" y="1371600"/>
            <a:ext cx="2103120" cy="475488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18"/>
          <p:cNvSpPr/>
          <p:nvPr/>
        </p:nvSpPr>
        <p:spPr>
          <a:xfrm>
            <a:off x="7655814" y="1737360"/>
            <a:ext cx="1463040" cy="146304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944" y="2088490"/>
            <a:ext cx="760781" cy="76078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18654" y="3474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a Nacelle (orientação de pás e cabeça)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79881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9628632" y="1371600"/>
            <a:ext cx="2103120" cy="4754880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2"/>
          <p:cNvSpPr/>
          <p:nvPr/>
        </p:nvSpPr>
        <p:spPr>
          <a:xfrm>
            <a:off x="9948672" y="1737360"/>
            <a:ext cx="1463040" cy="1463040"/>
          </a:xfrm>
          <a:prstGeom prst="ellipse">
            <a:avLst/>
          </a:prstGeom>
          <a:solidFill>
            <a:srgbClr val="D3E6F7"/>
          </a:solidFill>
          <a:ln w="12700">
            <a:solidFill>
              <a:srgbClr val="D3E6F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802" y="2088490"/>
            <a:ext cx="760781" cy="76078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11512" y="3474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drone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10916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B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(+ detalhe)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112745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 a geração de eletricidade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mostrar tudo o que é possível para melhor deteção de problemas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âncoras e recolher âncoras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saber a profundidade? Algum controlo extra? Poderão ficar presas?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Estabilizar a plataforma com as âncoras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 forma? Como gerir a pressão?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a Nacelle (orientação de pás e cabeça)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orientação das pás e da cabeça com controlos separados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drone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Descolar/retornar, missão normal, controlo manual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(+++ detalhe): estabilizar a plataforma com as âncoras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112745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a estabilização graficamente em 2D?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a estabilidade em 2 eixos?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que ponto há ameaça à estabilidade?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gerir a estabilidade com as âncoras?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monitorizar as 8 ou 6 âncoras?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profundidade deve entrar nesta equação de que forma?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ações podem ser realizadas? Libertar/recolher cabo? Soltar cabo?</a:t>
            </a:r>
            <a:endParaRPr lang="en-US" sz="2000" dirty="0"/>
          </a:p>
          <a:p>
            <a:pPr marL="355600" lvl="1" indent="-177800">
              <a:lnSpc>
                <a:spcPct val="114000"/>
              </a:lnSpc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resolver problemas de âncoras presas?</a:t>
            </a:r>
            <a:endParaRPr lang="en-US" sz="2000" dirty="0"/>
          </a:p>
          <a:p>
            <a:pPr marL="203200" indent="-203200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relação entre o controlo automático e o manual?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93BFEB">
              <a:alpha val="18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93BFEB">
              <a:alpha val="30000"/>
            </a:srgbClr>
          </a:solidFill>
          <a:ln w="12700">
            <a:solidFill>
              <a:srgbClr val="93BF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57200" y="658368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93BFEB"/>
          </a:solidFill>
          <a:ln w="12700">
            <a:solidFill>
              <a:srgbClr val="93BF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 txBox="1"/>
          <p:nvPr/>
        </p:nvSpPr>
        <p:spPr>
          <a:xfrm>
            <a:off x="457200" y="6583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Figueira  ·  DCC / FCUP  ·  2026/27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6583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 ·  35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next practical lecture what will you do first?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3082</Words>
  <Application>Microsoft Office PowerPoint</Application>
  <PresentationFormat>Widescreen</PresentationFormat>
  <Paragraphs>483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DCC / FCUP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IPM M03</dc:title>
  <dc:subject>PptxGenJS Presentation</dc:subject>
  <dc:creator>Álvaro Figueira</dc:creator>
  <cp:lastModifiedBy>Alvaro Figueira</cp:lastModifiedBy>
  <cp:revision>1</cp:revision>
  <dcterms:created xsi:type="dcterms:W3CDTF">2026-09-15T15:32:23Z</dcterms:created>
  <dcterms:modified xsi:type="dcterms:W3CDTF">2026-09-21T21:47:58Z</dcterms:modified>
</cp:coreProperties>
</file>